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9144000"/>
  <p:notesSz cx="6858000" cy="9144000"/>
  <p:embeddedFontLst>
    <p:embeddedFont>
      <p:font typeface="Noto Serif Georgian SemiBold"/>
      <p:regular r:id="rId31"/>
      <p:bold r:id="rId32"/>
    </p:embeddedFont>
    <p:embeddedFont>
      <p:font typeface="Noto Serif Georgian ExtraBold"/>
      <p:bold r:id="rId33"/>
    </p:embeddedFont>
    <p:embeddedFont>
      <p:font typeface="Noto Serif Georgian"/>
      <p:regular r:id="rId34"/>
      <p:bold r:id="rId35"/>
    </p:embeddedFont>
    <p:embeddedFont>
      <p:font typeface="Noto Serif Georgian Light"/>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5DF987-FFA9-415C-922C-3FD824A25E45}">
  <a:tblStyle styleId="{DF5DF987-FFA9-415C-922C-3FD824A25E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otoSerifGeorgianSemiBold-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NotoSerifGeorgianExtraBold-bold.fntdata"/><Relationship Id="rId10" Type="http://schemas.openxmlformats.org/officeDocument/2006/relationships/slide" Target="slides/slide4.xml"/><Relationship Id="rId32" Type="http://schemas.openxmlformats.org/officeDocument/2006/relationships/font" Target="fonts/NotoSerifGeorgianSemiBold-bold.fntdata"/><Relationship Id="rId13" Type="http://schemas.openxmlformats.org/officeDocument/2006/relationships/slide" Target="slides/slide7.xml"/><Relationship Id="rId35" Type="http://schemas.openxmlformats.org/officeDocument/2006/relationships/font" Target="fonts/NotoSerifGeorgian-bold.fntdata"/><Relationship Id="rId12" Type="http://schemas.openxmlformats.org/officeDocument/2006/relationships/slide" Target="slides/slide6.xml"/><Relationship Id="rId34" Type="http://schemas.openxmlformats.org/officeDocument/2006/relationships/font" Target="fonts/NotoSerifGeorgian-regular.fntdata"/><Relationship Id="rId15" Type="http://schemas.openxmlformats.org/officeDocument/2006/relationships/slide" Target="slides/slide9.xml"/><Relationship Id="rId37" Type="http://schemas.openxmlformats.org/officeDocument/2006/relationships/font" Target="fonts/NotoSerifGeorgianLight-bold.fntdata"/><Relationship Id="rId14" Type="http://schemas.openxmlformats.org/officeDocument/2006/relationships/slide" Target="slides/slide8.xml"/><Relationship Id="rId36" Type="http://schemas.openxmlformats.org/officeDocument/2006/relationships/font" Target="fonts/NotoSerifGeorgianLight-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aviate.io/"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aviate.io/"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aviate.io/"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aviate.io/"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aviate.io/"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aviate.io/"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aviate.io/"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de-DE" sz="1100">
                <a:latin typeface="Arial"/>
                <a:ea typeface="Arial"/>
                <a:cs typeface="Arial"/>
                <a:sym typeface="Arial"/>
              </a:rPr>
              <a:t>Hello, everyone. My name is </a:t>
            </a:r>
            <a:r>
              <a:rPr b="1" lang="de-DE" sz="1100">
                <a:latin typeface="Arial"/>
                <a:ea typeface="Arial"/>
                <a:cs typeface="Arial"/>
                <a:sym typeface="Arial"/>
              </a:rPr>
              <a:t>Yuliia Herasymenko</a:t>
            </a:r>
            <a:r>
              <a:rPr lang="de-DE" sz="1100">
                <a:latin typeface="Arial"/>
                <a:ea typeface="Arial"/>
                <a:cs typeface="Arial"/>
                <a:sym typeface="Arial"/>
              </a:rPr>
              <a:t>, and today I’m presenting my Master’s thesis titled: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de-DE" sz="1100">
                <a:latin typeface="Arial"/>
                <a:ea typeface="Arial"/>
                <a:cs typeface="Arial"/>
                <a:sym typeface="Arial"/>
              </a:rPr>
              <a:t>‘CLIPGraph: A Graph-Based Approach for Contrastive Learning of CLIP Representations.’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de-DE" sz="1100">
                <a:latin typeface="Arial"/>
                <a:ea typeface="Arial"/>
                <a:cs typeface="Arial"/>
                <a:sym typeface="Arial"/>
              </a:rPr>
              <a:t>I’ll begin by briefly outlining the motivation behind this work, followed by our research goals, methodology, and experimental results, and I’ll end with conclusions and possible future directions.”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980" name="Google Shape;98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cc39b31ba5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a:t>Today, we’ll cover the following sections: an introduction, research goals and tasks, related work, the methods which were applied, experiments and evaluation metrics, quantitative results as well as (with) visualizations for easier interpretation, and finally, the conclusion and outlook.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de-DE"/>
              <a:t>______</a:t>
            </a:r>
            <a:endParaRPr/>
          </a:p>
          <a:p>
            <a:pPr indent="0" lvl="0" marL="0" rtl="0" algn="l">
              <a:spcBef>
                <a:spcPts val="0"/>
              </a:spcBef>
              <a:spcAft>
                <a:spcPts val="0"/>
              </a:spcAft>
              <a:buClr>
                <a:schemeClr val="dk1"/>
              </a:buClr>
              <a:buSzPts val="1100"/>
              <a:buFont typeface="Arial"/>
              <a:buNone/>
            </a:pPr>
            <a:r>
              <a:rPr lang="de-DE"/>
              <a:t>Today we are going through several sections: we cover introduction…talk about research goals and tasks… methods described in this work, Experiments &amp; Metrics we used, look through quantitative results as well as visualizing them in the form of graphs for better interpretability.</a:t>
            </a:r>
            <a:endParaRPr/>
          </a:p>
        </p:txBody>
      </p:sp>
      <p:sp>
        <p:nvSpPr>
          <p:cNvPr id="986" name="Google Shape;986;g3cc39b31ba5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cc39b31ba5_0_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3cc39b31ba5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5" name="Google Shape;995;g3cc39b31ba5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cc89b60ce9_0_5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sz="1100">
                <a:latin typeface="Arial"/>
                <a:ea typeface="Arial"/>
                <a:cs typeface="Arial"/>
                <a:sym typeface="Arial"/>
              </a:rPr>
              <a:t>“Let’s start with a brief overview of CLIP “</a:t>
            </a:r>
            <a:endParaRPr sz="1100">
              <a:latin typeface="Arial"/>
              <a:ea typeface="Arial"/>
              <a:cs typeface="Arial"/>
              <a:sym typeface="Arial"/>
            </a:endParaRPr>
          </a:p>
          <a:p>
            <a:pPr indent="0" lvl="0" marL="0" rtl="0" algn="l">
              <a:spcBef>
                <a:spcPts val="0"/>
              </a:spcBef>
              <a:spcAft>
                <a:spcPts val="0"/>
              </a:spcAft>
              <a:buNone/>
            </a:pPr>
            <a:r>
              <a:rPr lang="de-DE" sz="1100">
                <a:latin typeface="Arial"/>
                <a:ea typeface="Arial"/>
                <a:cs typeface="Arial"/>
                <a:sym typeface="Arial"/>
              </a:rPr>
              <a:t>lets move on to the key idea</a:t>
            </a:r>
            <a:endParaRPr sz="1100">
              <a:latin typeface="Arial"/>
              <a:ea typeface="Arial"/>
              <a:cs typeface="Arial"/>
              <a:sym typeface="Arial"/>
            </a:endParaRPr>
          </a:p>
          <a:p>
            <a:pPr indent="0" lvl="0" marL="0" rtl="0" algn="l">
              <a:spcBef>
                <a:spcPts val="0"/>
              </a:spcBef>
              <a:spcAft>
                <a:spcPts val="0"/>
              </a:spcAft>
              <a:buNone/>
            </a:pPr>
            <a:r>
              <a:rPr lang="de-DE" sz="1100">
                <a:latin typeface="Arial"/>
                <a:ea typeface="Arial"/>
                <a:cs typeface="Arial"/>
                <a:sym typeface="Arial"/>
              </a:rPr>
              <a:t>________________________________________________________</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de-DE" sz="1100">
                <a:latin typeface="Arial"/>
                <a:ea typeface="Arial"/>
                <a:cs typeface="Arial"/>
                <a:sym typeface="Arial"/>
              </a:rPr>
              <a:t>We believe CLIP’s text features are underused — and we aim to change that.”</a:t>
            </a:r>
            <a:endParaRPr sz="11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p:txBody>
      </p:sp>
      <p:sp>
        <p:nvSpPr>
          <p:cNvPr id="1001" name="Google Shape;1001;g3cc89b60ce9_0_5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cc89b60ce9_0_5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3cc89b60ce9_0_5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1" name="Google Shape;1011;g3cc89b60ce9_0_5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cc89b60ce9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de-DE" sz="1000">
                <a:solidFill>
                  <a:srgbClr val="434343"/>
                </a:solidFill>
                <a:latin typeface="Noto Serif Georgian"/>
                <a:ea typeface="Noto Serif Georgian"/>
                <a:cs typeface="Noto Serif Georgian"/>
                <a:sym typeface="Noto Serif Georgian"/>
              </a:rPr>
              <a:t>Concurrency Bottleneck</a:t>
            </a:r>
            <a:r>
              <a:rPr lang="de-DE" sz="1000">
                <a:solidFill>
                  <a:srgbClr val="434343"/>
                </a:solidFill>
                <a:latin typeface="Noto Serif Georgian"/>
                <a:ea typeface="Noto Serif Georgian"/>
                <a:cs typeface="Noto Serif Georgian"/>
                <a:sym typeface="Noto Serif Georgian"/>
              </a:rPr>
              <a:t>: High traffic causes “database is locked” errors due to the SQLite backend, which limits concurrent write access.</a:t>
            </a:r>
            <a:endParaRPr i="1">
              <a:solidFill>
                <a:srgbClr val="E6E8F0"/>
              </a:solidFill>
              <a:highlight>
                <a:srgbClr val="1D1E26"/>
              </a:highlight>
              <a:latin typeface="Arial"/>
              <a:ea typeface="Arial"/>
              <a:cs typeface="Arial"/>
              <a:sym typeface="Arial"/>
            </a:endParaRPr>
          </a:p>
          <a:p>
            <a:pPr indent="0" lvl="0" marL="457200" rtl="0" algn="l">
              <a:lnSpc>
                <a:spcPct val="115000"/>
              </a:lnSpc>
              <a:spcBef>
                <a:spcPts val="1000"/>
              </a:spcBef>
              <a:spcAft>
                <a:spcPts val="0"/>
              </a:spcAft>
              <a:buNone/>
            </a:pPr>
            <a:r>
              <a:rPr i="1" lang="de-DE">
                <a:solidFill>
                  <a:srgbClr val="E6E8F0"/>
                </a:solidFill>
                <a:highlight>
                  <a:srgbClr val="1D1E26"/>
                </a:highlight>
                <a:latin typeface="Arial"/>
                <a:ea typeface="Arial"/>
                <a:cs typeface="Arial"/>
                <a:sym typeface="Arial"/>
              </a:rPr>
              <a:t>"Unlike Chroma, which is limited by the storage of a single machine, </a:t>
            </a:r>
            <a:r>
              <a:rPr i="1" lang="de-DE" u="sng">
                <a:solidFill>
                  <a:srgbClr val="99C3FF"/>
                </a:solidFill>
                <a:highlight>
                  <a:srgbClr val="1D1E26"/>
                </a:highlight>
                <a:latin typeface="Arial"/>
                <a:ea typeface="Arial"/>
                <a:cs typeface="Arial"/>
                <a:sym typeface="Arial"/>
                <a:hlinkClick r:id="rId2">
                  <a:extLst>
                    <a:ext uri="{A12FA001-AC4F-418D-AE19-62706E023703}">
                      <ahyp:hlinkClr val="tx"/>
                    </a:ext>
                  </a:extLst>
                </a:hlinkClick>
              </a:rPr>
              <a:t>Weaviate</a:t>
            </a:r>
            <a:r>
              <a:rPr i="1" lang="de-DE">
                <a:solidFill>
                  <a:srgbClr val="E6E8F0"/>
                </a:solidFill>
                <a:highlight>
                  <a:srgbClr val="1D1E26"/>
                </a:highlight>
                <a:latin typeface="Arial"/>
                <a:ea typeface="Arial"/>
                <a:cs typeface="Arial"/>
                <a:sym typeface="Arial"/>
              </a:rPr>
              <a:t> allows us to link multiple servers together. If our knowledge base grows, we don't buy a bigger computer; we just plug in another small one."</a:t>
            </a:r>
            <a:endParaRPr b="1" sz="1400">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Free &amp; Open Source</a:t>
            </a:r>
            <a:endParaRPr b="1">
              <a:latin typeface="Noto Serif Georgian"/>
              <a:ea typeface="Noto Serif Georgian"/>
              <a:cs typeface="Noto Serif Georgian"/>
              <a:sym typeface="Noto Serif Georgian"/>
            </a:endParaRPr>
          </a:p>
          <a:p>
            <a:pPr indent="-304800" lvl="1" marL="914400" rtl="0" algn="l">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No monthly “pod” costs (e.g., </a:t>
            </a:r>
            <a:r>
              <a:rPr i="1" lang="de-DE">
                <a:latin typeface="Noto Serif Georgian"/>
                <a:ea typeface="Noto Serif Georgian"/>
                <a:cs typeface="Noto Serif Georgian"/>
                <a:sym typeface="Noto Serif Georgian"/>
              </a:rPr>
              <a:t>Pinecone</a:t>
            </a:r>
            <a:r>
              <a:rPr lang="de-DE">
                <a:latin typeface="Noto Serif Georgian"/>
                <a:ea typeface="Noto Serif Georgian"/>
                <a:cs typeface="Noto Serif Georgian"/>
                <a:sym typeface="Noto Serif Georgian"/>
              </a:rPr>
              <a:t>).</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Great for Prototyping</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Fastest way to build a working demo.</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Local Storage</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All data stays on your machine for maximum privacy. </a:t>
            </a:r>
            <a:endParaRPr>
              <a:latin typeface="Noto Serif Georgian"/>
              <a:ea typeface="Noto Serif Georgian"/>
              <a:cs typeface="Noto Serif Georgian"/>
              <a:sym typeface="Noto Serif Georgian"/>
            </a:endParaRPr>
          </a:p>
          <a:p>
            <a:pPr indent="0" lvl="0" marL="91440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800"/>
              </a:spcBef>
              <a:spcAft>
                <a:spcPts val="0"/>
              </a:spcAft>
              <a:buNone/>
            </a:pPr>
            <a:r>
              <a:t/>
            </a:r>
            <a:endParaRPr sz="1300">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b="1">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Concurrency Bottleneck</a:t>
            </a:r>
            <a:endParaRPr b="1">
              <a:latin typeface="Noto Serif Georgian"/>
              <a:ea typeface="Noto Serif Georgian"/>
              <a:cs typeface="Noto Serif Georgian"/>
              <a:sym typeface="Noto Serif Georgian"/>
            </a:endParaRPr>
          </a:p>
          <a:p>
            <a:pPr indent="-304800" lvl="1" marL="914400" rtl="0" algn="l">
              <a:lnSpc>
                <a:spcPct val="115000"/>
              </a:lnSpc>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High concurrency can cause slower responses or “database is locked” errors.</a:t>
            </a:r>
            <a:endParaRPr>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b="1" lang="de-DE">
                <a:latin typeface="Noto Serif Georgian"/>
                <a:ea typeface="Noto Serif Georgian"/>
                <a:cs typeface="Noto Serif Georgian"/>
                <a:sym typeface="Noto Serif Georgian"/>
              </a:rPr>
              <a:t>Root cause</a:t>
            </a:r>
            <a:r>
              <a:rPr lang="de-DE">
                <a:latin typeface="Noto Serif Georgian"/>
                <a:ea typeface="Noto Serif Georgian"/>
                <a:cs typeface="Noto Serif Georgian"/>
                <a:sym typeface="Noto Serif Georgian"/>
              </a:rPr>
              <a:t>: SQLite backend limits concurrent write access.</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HNSW Indexing: Uses the Hierarchical Navigable Small World algorithm, which allows for lightning-fast similarity searches by keeping data in a specific "graph" structure.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Single-Node Design: Unlike enterprise systems, it runs on a single machine. It does not support native sharding (splitting data across multiple servers).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Category	Advantages (Pros)	Disadvantages (Cons)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Cost &amp; Setup	Free &amp; Open Source: No monthly “pod” costs (e.g., Pinecone Pricing).	Single-Node Architecture: Difficult to scale horizontally; if you outgrow one server, you must migrate.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Speed	Great for Prototyping: Fastest way to build a working demo.	Concurrency Bottleneck: High traffic causes “database is locked” errors due to the SQLite backend.</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Performance	Local Storage: All data stays on your machine for maximum privacy.	Memory Dependency: Because of the HNSW algorithm, the entire index must fit in your System RAM.</a:t>
            </a:r>
            <a:endParaRPr>
              <a:latin typeface="Noto Serif Georgian"/>
              <a:ea typeface="Noto Serif Georgian"/>
              <a:cs typeface="Noto Serif Georgian"/>
              <a:sym typeface="Noto Serif Georgian"/>
            </a:endParaRPr>
          </a:p>
          <a:p>
            <a:pPr indent="0" lvl="0" marL="0" rtl="0" algn="l">
              <a:spcBef>
                <a:spcPts val="1000"/>
              </a:spcBef>
              <a:spcAft>
                <a:spcPts val="0"/>
              </a:spcAft>
              <a:buNone/>
            </a:pPr>
            <a:r>
              <a:rPr lang="de-DE" sz="1400">
                <a:latin typeface="Noto Serif Georgian ExtraBold"/>
                <a:ea typeface="Noto Serif Georgian ExtraBold"/>
                <a:cs typeface="Noto Serif Georgian ExtraBold"/>
                <a:sym typeface="Noto Serif Georgian ExtraBold"/>
              </a:rPr>
              <a:t>Scalable Alternatives</a:t>
            </a:r>
            <a:endParaRPr sz="1400">
              <a:latin typeface="Noto Serif Georgian ExtraBold"/>
              <a:ea typeface="Noto Serif Georgian ExtraBold"/>
              <a:cs typeface="Noto Serif Georgian ExtraBold"/>
              <a:sym typeface="Noto Serif Georgian ExtraBold"/>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Weaviate</a:t>
            </a:r>
            <a:r>
              <a:rPr lang="de-DE">
                <a:latin typeface="Noto Serif Georgian"/>
                <a:ea typeface="Noto Serif Georgian"/>
                <a:cs typeface="Noto Serif Georgian"/>
                <a:sym typeface="Noto Serif Georgian"/>
              </a:rPr>
              <a:t>: Best for enterprise-grade scalability.</a:t>
            </a:r>
            <a:endParaRPr>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FAISS</a:t>
            </a:r>
            <a:r>
              <a:rPr lang="de-DE">
                <a:latin typeface="Noto Serif Georgian"/>
                <a:ea typeface="Noto Serif Georgian"/>
                <a:cs typeface="Noto Serif Georgian"/>
                <a:sym typeface="Noto Serif Georgian"/>
              </a:rPr>
              <a:t>: Best for maximum raw search speed.</a:t>
            </a:r>
            <a:endParaRPr>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292100" lvl="0" marL="457200" rtl="0" algn="l">
              <a:lnSpc>
                <a:spcPct val="115000"/>
              </a:lnSpc>
              <a:spcBef>
                <a:spcPts val="1000"/>
              </a:spcBef>
              <a:spcAft>
                <a:spcPts val="0"/>
              </a:spcAft>
              <a:buClr>
                <a:schemeClr val="dk1"/>
              </a:buClr>
              <a:buSzPts val="1000"/>
              <a:buFont typeface="Noto Serif Georgian"/>
              <a:buChar char="➢"/>
            </a:pPr>
            <a:r>
              <a:rPr b="1" lang="de-DE">
                <a:latin typeface="Noto Serif Georgian"/>
                <a:ea typeface="Noto Serif Georgian"/>
                <a:cs typeface="Noto Serif Georgian"/>
                <a:sym typeface="Noto Serif Georgian"/>
              </a:rPr>
              <a:t>Memory Dependency</a:t>
            </a:r>
            <a:endParaRPr b="1">
              <a:latin typeface="Noto Serif Georgian"/>
              <a:ea typeface="Noto Serif Georgian"/>
              <a:cs typeface="Noto Serif Georgian"/>
              <a:sym typeface="Noto Serif Georgian"/>
            </a:endParaRPr>
          </a:p>
          <a:p>
            <a:pPr indent="-292100" lvl="1" marL="914400" rtl="0" algn="l">
              <a:lnSpc>
                <a:spcPct val="115000"/>
              </a:lnSpc>
              <a:spcBef>
                <a:spcPts val="800"/>
              </a:spcBef>
              <a:spcAft>
                <a:spcPts val="0"/>
              </a:spcAft>
              <a:buClr>
                <a:srgbClr val="7BB725"/>
              </a:buClr>
              <a:buSzPts val="1000"/>
              <a:buFont typeface="Noto Serif Georgian"/>
              <a:buChar char="○"/>
            </a:pPr>
            <a:r>
              <a:rPr lang="de-DE">
                <a:latin typeface="Noto Serif Georgian"/>
                <a:ea typeface="Noto Serif Georgian"/>
                <a:cs typeface="Noto Serif Georgian"/>
                <a:sym typeface="Noto Serif Georgian"/>
              </a:rPr>
              <a:t>The search index must fit entirely in your system RAM. If your data grows too large for your computer's memory, performance will crash.</a:t>
            </a:r>
            <a:endParaRPr>
              <a:latin typeface="Noto Serif Georgian"/>
              <a:ea typeface="Noto Serif Georgian"/>
              <a:cs typeface="Noto Serif Georgian"/>
              <a:sym typeface="Noto Serif Georgian"/>
            </a:endParaRPr>
          </a:p>
          <a:p>
            <a:pPr indent="0" lvl="0" marL="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0" rtl="0" algn="l">
              <a:spcBef>
                <a:spcPts val="80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1017" name="Google Shape;1017;g3cc89b60ce9_0_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cc39b31ba5_0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sz="1100">
                <a:latin typeface="Arial"/>
                <a:ea typeface="Arial"/>
                <a:cs typeface="Arial"/>
                <a:sym typeface="Arial"/>
              </a:rPr>
              <a:t>“Let’s start with a brief overview of CLIP “</a:t>
            </a:r>
            <a:endParaRPr sz="1100">
              <a:latin typeface="Arial"/>
              <a:ea typeface="Arial"/>
              <a:cs typeface="Arial"/>
              <a:sym typeface="Arial"/>
            </a:endParaRPr>
          </a:p>
          <a:p>
            <a:pPr indent="0" lvl="0" marL="0" rtl="0" algn="l">
              <a:spcBef>
                <a:spcPts val="0"/>
              </a:spcBef>
              <a:spcAft>
                <a:spcPts val="0"/>
              </a:spcAft>
              <a:buNone/>
            </a:pPr>
            <a:r>
              <a:rPr lang="de-DE" sz="1100">
                <a:latin typeface="Arial"/>
                <a:ea typeface="Arial"/>
                <a:cs typeface="Arial"/>
                <a:sym typeface="Arial"/>
              </a:rPr>
              <a:t>lets move on to the key idea</a:t>
            </a:r>
            <a:endParaRPr sz="1100">
              <a:latin typeface="Arial"/>
              <a:ea typeface="Arial"/>
              <a:cs typeface="Arial"/>
              <a:sym typeface="Arial"/>
            </a:endParaRPr>
          </a:p>
          <a:p>
            <a:pPr indent="0" lvl="0" marL="0" rtl="0" algn="l">
              <a:spcBef>
                <a:spcPts val="0"/>
              </a:spcBef>
              <a:spcAft>
                <a:spcPts val="0"/>
              </a:spcAft>
              <a:buNone/>
            </a:pPr>
            <a:r>
              <a:rPr lang="de-DE" sz="1100">
                <a:latin typeface="Arial"/>
                <a:ea typeface="Arial"/>
                <a:cs typeface="Arial"/>
                <a:sym typeface="Arial"/>
              </a:rPr>
              <a:t>________________________________________________________</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de-DE" sz="1100">
                <a:latin typeface="Arial"/>
                <a:ea typeface="Arial"/>
                <a:cs typeface="Arial"/>
                <a:sym typeface="Arial"/>
              </a:rPr>
              <a:t>We believe CLIP’s text features are underused — and we aim to change that.”</a:t>
            </a:r>
            <a:endParaRPr sz="11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p:txBody>
      </p:sp>
      <p:sp>
        <p:nvSpPr>
          <p:cNvPr id="1029" name="Google Shape;1029;g3cc39b31ba5_0_7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cc89b60ce9_0_3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de-DE" sz="1000">
                <a:solidFill>
                  <a:srgbClr val="434343"/>
                </a:solidFill>
                <a:latin typeface="Noto Serif Georgian"/>
                <a:ea typeface="Noto Serif Georgian"/>
                <a:cs typeface="Noto Serif Georgian"/>
                <a:sym typeface="Noto Serif Georgian"/>
              </a:rPr>
              <a:t>Concurrency Bottleneck</a:t>
            </a:r>
            <a:r>
              <a:rPr lang="de-DE" sz="1000">
                <a:solidFill>
                  <a:srgbClr val="434343"/>
                </a:solidFill>
                <a:latin typeface="Noto Serif Georgian"/>
                <a:ea typeface="Noto Serif Georgian"/>
                <a:cs typeface="Noto Serif Georgian"/>
                <a:sym typeface="Noto Serif Georgian"/>
              </a:rPr>
              <a:t>: High traffic causes “database is locked” errors due to the SQLite backend, which limits concurrent write access.</a:t>
            </a:r>
            <a:endParaRPr i="1">
              <a:solidFill>
                <a:srgbClr val="E6E8F0"/>
              </a:solidFill>
              <a:highlight>
                <a:srgbClr val="1D1E26"/>
              </a:highlight>
              <a:latin typeface="Arial"/>
              <a:ea typeface="Arial"/>
              <a:cs typeface="Arial"/>
              <a:sym typeface="Arial"/>
            </a:endParaRPr>
          </a:p>
          <a:p>
            <a:pPr indent="0" lvl="0" marL="457200" rtl="0" algn="l">
              <a:lnSpc>
                <a:spcPct val="115000"/>
              </a:lnSpc>
              <a:spcBef>
                <a:spcPts val="1000"/>
              </a:spcBef>
              <a:spcAft>
                <a:spcPts val="0"/>
              </a:spcAft>
              <a:buNone/>
            </a:pPr>
            <a:r>
              <a:rPr i="1" lang="de-DE">
                <a:solidFill>
                  <a:srgbClr val="E6E8F0"/>
                </a:solidFill>
                <a:highlight>
                  <a:srgbClr val="1D1E26"/>
                </a:highlight>
                <a:latin typeface="Arial"/>
                <a:ea typeface="Arial"/>
                <a:cs typeface="Arial"/>
                <a:sym typeface="Arial"/>
              </a:rPr>
              <a:t>"Unlike Chroma, which is limited by the storage of a single machine, </a:t>
            </a:r>
            <a:r>
              <a:rPr i="1" lang="de-DE" u="sng">
                <a:solidFill>
                  <a:srgbClr val="99C3FF"/>
                </a:solidFill>
                <a:highlight>
                  <a:srgbClr val="1D1E26"/>
                </a:highlight>
                <a:latin typeface="Arial"/>
                <a:ea typeface="Arial"/>
                <a:cs typeface="Arial"/>
                <a:sym typeface="Arial"/>
                <a:hlinkClick r:id="rId2">
                  <a:extLst>
                    <a:ext uri="{A12FA001-AC4F-418D-AE19-62706E023703}">
                      <ahyp:hlinkClr val="tx"/>
                    </a:ext>
                  </a:extLst>
                </a:hlinkClick>
              </a:rPr>
              <a:t>Weaviate</a:t>
            </a:r>
            <a:r>
              <a:rPr i="1" lang="de-DE">
                <a:solidFill>
                  <a:srgbClr val="E6E8F0"/>
                </a:solidFill>
                <a:highlight>
                  <a:srgbClr val="1D1E26"/>
                </a:highlight>
                <a:latin typeface="Arial"/>
                <a:ea typeface="Arial"/>
                <a:cs typeface="Arial"/>
                <a:sym typeface="Arial"/>
              </a:rPr>
              <a:t> allows us to link multiple servers together. If our knowledge base grows, we don't buy a bigger computer; we just plug in another small one."</a:t>
            </a:r>
            <a:endParaRPr b="1" sz="1400">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Free &amp; Open Source</a:t>
            </a:r>
            <a:endParaRPr b="1">
              <a:latin typeface="Noto Serif Georgian"/>
              <a:ea typeface="Noto Serif Georgian"/>
              <a:cs typeface="Noto Serif Georgian"/>
              <a:sym typeface="Noto Serif Georgian"/>
            </a:endParaRPr>
          </a:p>
          <a:p>
            <a:pPr indent="-304800" lvl="1" marL="914400" rtl="0" algn="l">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No monthly “pod” costs (e.g., </a:t>
            </a:r>
            <a:r>
              <a:rPr i="1" lang="de-DE">
                <a:latin typeface="Noto Serif Georgian"/>
                <a:ea typeface="Noto Serif Georgian"/>
                <a:cs typeface="Noto Serif Georgian"/>
                <a:sym typeface="Noto Serif Georgian"/>
              </a:rPr>
              <a:t>Pinecone</a:t>
            </a:r>
            <a:r>
              <a:rPr lang="de-DE">
                <a:latin typeface="Noto Serif Georgian"/>
                <a:ea typeface="Noto Serif Georgian"/>
                <a:cs typeface="Noto Serif Georgian"/>
                <a:sym typeface="Noto Serif Georgian"/>
              </a:rPr>
              <a:t>).</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Great for Prototyping</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Fastest way to build a working demo.</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Local Storage</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All data stays on your machine for maximum privacy. </a:t>
            </a:r>
            <a:endParaRPr>
              <a:latin typeface="Noto Serif Georgian"/>
              <a:ea typeface="Noto Serif Georgian"/>
              <a:cs typeface="Noto Serif Georgian"/>
              <a:sym typeface="Noto Serif Georgian"/>
            </a:endParaRPr>
          </a:p>
          <a:p>
            <a:pPr indent="0" lvl="0" marL="91440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800"/>
              </a:spcBef>
              <a:spcAft>
                <a:spcPts val="0"/>
              </a:spcAft>
              <a:buNone/>
            </a:pPr>
            <a:r>
              <a:t/>
            </a:r>
            <a:endParaRPr sz="1300">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b="1">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Concurrency Bottleneck</a:t>
            </a:r>
            <a:endParaRPr b="1">
              <a:latin typeface="Noto Serif Georgian"/>
              <a:ea typeface="Noto Serif Georgian"/>
              <a:cs typeface="Noto Serif Georgian"/>
              <a:sym typeface="Noto Serif Georgian"/>
            </a:endParaRPr>
          </a:p>
          <a:p>
            <a:pPr indent="-304800" lvl="1" marL="914400" rtl="0" algn="l">
              <a:lnSpc>
                <a:spcPct val="115000"/>
              </a:lnSpc>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High concurrency can cause slower responses or “database is locked” errors.</a:t>
            </a:r>
            <a:endParaRPr>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b="1" lang="de-DE">
                <a:latin typeface="Noto Serif Georgian"/>
                <a:ea typeface="Noto Serif Georgian"/>
                <a:cs typeface="Noto Serif Georgian"/>
                <a:sym typeface="Noto Serif Georgian"/>
              </a:rPr>
              <a:t>Root cause</a:t>
            </a:r>
            <a:r>
              <a:rPr lang="de-DE">
                <a:latin typeface="Noto Serif Georgian"/>
                <a:ea typeface="Noto Serif Georgian"/>
                <a:cs typeface="Noto Serif Georgian"/>
                <a:sym typeface="Noto Serif Georgian"/>
              </a:rPr>
              <a:t>: SQLite backend limits concurrent write access.</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HNSW Indexing: Uses the Hierarchical Navigable Small World algorithm, which allows for lightning-fast similarity searches by keeping data in a specific "graph" structure.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Single-Node Design: Unlike enterprise systems, it runs on a single machine. It does not support native sharding (splitting data across multiple servers).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Category	Advantages (Pros)	Disadvantages (Cons)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Cost &amp; Setup	Free &amp; Open Source: No monthly “pod” costs (e.g., Pinecone Pricing).	Single-Node Architecture: Difficult to scale horizontally; if you outgrow one server, you must migrate.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Speed	Great for Prototyping: Fastest way to build a working demo.	Concurrency Bottleneck: High traffic causes “database is locked” errors due to the SQLite backend.</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Performance	Local Storage: All data stays on your machine for maximum privacy.	Memory Dependency: Because of the HNSW algorithm, the entire index must fit in your System RAM.</a:t>
            </a:r>
            <a:endParaRPr>
              <a:latin typeface="Noto Serif Georgian"/>
              <a:ea typeface="Noto Serif Georgian"/>
              <a:cs typeface="Noto Serif Georgian"/>
              <a:sym typeface="Noto Serif Georgian"/>
            </a:endParaRPr>
          </a:p>
          <a:p>
            <a:pPr indent="0" lvl="0" marL="0" rtl="0" algn="l">
              <a:spcBef>
                <a:spcPts val="1000"/>
              </a:spcBef>
              <a:spcAft>
                <a:spcPts val="0"/>
              </a:spcAft>
              <a:buNone/>
            </a:pPr>
            <a:r>
              <a:rPr lang="de-DE" sz="1400">
                <a:latin typeface="Noto Serif Georgian ExtraBold"/>
                <a:ea typeface="Noto Serif Georgian ExtraBold"/>
                <a:cs typeface="Noto Serif Georgian ExtraBold"/>
                <a:sym typeface="Noto Serif Georgian ExtraBold"/>
              </a:rPr>
              <a:t>Scalable Alternatives</a:t>
            </a:r>
            <a:endParaRPr sz="1400">
              <a:latin typeface="Noto Serif Georgian ExtraBold"/>
              <a:ea typeface="Noto Serif Georgian ExtraBold"/>
              <a:cs typeface="Noto Serif Georgian ExtraBold"/>
              <a:sym typeface="Noto Serif Georgian ExtraBold"/>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Weaviate</a:t>
            </a:r>
            <a:r>
              <a:rPr lang="de-DE">
                <a:latin typeface="Noto Serif Georgian"/>
                <a:ea typeface="Noto Serif Georgian"/>
                <a:cs typeface="Noto Serif Georgian"/>
                <a:sym typeface="Noto Serif Georgian"/>
              </a:rPr>
              <a:t>: Best for enterprise-grade scalability.</a:t>
            </a:r>
            <a:endParaRPr>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FAISS</a:t>
            </a:r>
            <a:r>
              <a:rPr lang="de-DE">
                <a:latin typeface="Noto Serif Georgian"/>
                <a:ea typeface="Noto Serif Georgian"/>
                <a:cs typeface="Noto Serif Georgian"/>
                <a:sym typeface="Noto Serif Georgian"/>
              </a:rPr>
              <a:t>: Best for maximum raw search speed.</a:t>
            </a:r>
            <a:endParaRPr>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292100" lvl="0" marL="457200" rtl="0" algn="l">
              <a:lnSpc>
                <a:spcPct val="115000"/>
              </a:lnSpc>
              <a:spcBef>
                <a:spcPts val="1000"/>
              </a:spcBef>
              <a:spcAft>
                <a:spcPts val="0"/>
              </a:spcAft>
              <a:buClr>
                <a:schemeClr val="dk1"/>
              </a:buClr>
              <a:buSzPts val="1000"/>
              <a:buFont typeface="Noto Serif Georgian"/>
              <a:buChar char="➢"/>
            </a:pPr>
            <a:r>
              <a:rPr b="1" lang="de-DE">
                <a:latin typeface="Noto Serif Georgian"/>
                <a:ea typeface="Noto Serif Georgian"/>
                <a:cs typeface="Noto Serif Georgian"/>
                <a:sym typeface="Noto Serif Georgian"/>
              </a:rPr>
              <a:t>Memory Dependency</a:t>
            </a:r>
            <a:endParaRPr b="1">
              <a:latin typeface="Noto Serif Georgian"/>
              <a:ea typeface="Noto Serif Georgian"/>
              <a:cs typeface="Noto Serif Georgian"/>
              <a:sym typeface="Noto Serif Georgian"/>
            </a:endParaRPr>
          </a:p>
          <a:p>
            <a:pPr indent="-292100" lvl="1" marL="914400" rtl="0" algn="l">
              <a:lnSpc>
                <a:spcPct val="115000"/>
              </a:lnSpc>
              <a:spcBef>
                <a:spcPts val="800"/>
              </a:spcBef>
              <a:spcAft>
                <a:spcPts val="0"/>
              </a:spcAft>
              <a:buClr>
                <a:srgbClr val="7BB725"/>
              </a:buClr>
              <a:buSzPts val="1000"/>
              <a:buFont typeface="Noto Serif Georgian"/>
              <a:buChar char="○"/>
            </a:pPr>
            <a:r>
              <a:rPr lang="de-DE">
                <a:latin typeface="Noto Serif Georgian"/>
                <a:ea typeface="Noto Serif Georgian"/>
                <a:cs typeface="Noto Serif Georgian"/>
                <a:sym typeface="Noto Serif Georgian"/>
              </a:rPr>
              <a:t>The search index must fit entirely in your system RAM. If your data grows too large for your computer's memory, performance will crash.</a:t>
            </a:r>
            <a:endParaRPr>
              <a:latin typeface="Noto Serif Georgian"/>
              <a:ea typeface="Noto Serif Georgian"/>
              <a:cs typeface="Noto Serif Georgian"/>
              <a:sym typeface="Noto Serif Georgian"/>
            </a:endParaRPr>
          </a:p>
          <a:p>
            <a:pPr indent="0" lvl="0" marL="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0" rtl="0" algn="l">
              <a:spcBef>
                <a:spcPts val="80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1043" name="Google Shape;1043;g3cc89b60ce9_0_3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cc89b60ce9_0_2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de-DE" sz="1000">
                <a:solidFill>
                  <a:srgbClr val="434343"/>
                </a:solidFill>
                <a:latin typeface="Noto Serif Georgian"/>
                <a:ea typeface="Noto Serif Georgian"/>
                <a:cs typeface="Noto Serif Georgian"/>
                <a:sym typeface="Noto Serif Georgian"/>
              </a:rPr>
              <a:t>Concurrency Bottleneck</a:t>
            </a:r>
            <a:r>
              <a:rPr lang="de-DE" sz="1000">
                <a:solidFill>
                  <a:srgbClr val="434343"/>
                </a:solidFill>
                <a:latin typeface="Noto Serif Georgian"/>
                <a:ea typeface="Noto Serif Georgian"/>
                <a:cs typeface="Noto Serif Georgian"/>
                <a:sym typeface="Noto Serif Georgian"/>
              </a:rPr>
              <a:t>: High traffic causes “database is locked” errors due to the SQLite backend, which limits concurrent write access.</a:t>
            </a:r>
            <a:endParaRPr i="1">
              <a:solidFill>
                <a:srgbClr val="E6E8F0"/>
              </a:solidFill>
              <a:highlight>
                <a:srgbClr val="1D1E26"/>
              </a:highlight>
              <a:latin typeface="Arial"/>
              <a:ea typeface="Arial"/>
              <a:cs typeface="Arial"/>
              <a:sym typeface="Arial"/>
            </a:endParaRPr>
          </a:p>
          <a:p>
            <a:pPr indent="0" lvl="0" marL="457200" rtl="0" algn="l">
              <a:lnSpc>
                <a:spcPct val="115000"/>
              </a:lnSpc>
              <a:spcBef>
                <a:spcPts val="1000"/>
              </a:spcBef>
              <a:spcAft>
                <a:spcPts val="0"/>
              </a:spcAft>
              <a:buNone/>
            </a:pPr>
            <a:r>
              <a:rPr i="1" lang="de-DE">
                <a:solidFill>
                  <a:srgbClr val="E6E8F0"/>
                </a:solidFill>
                <a:highlight>
                  <a:srgbClr val="1D1E26"/>
                </a:highlight>
                <a:latin typeface="Arial"/>
                <a:ea typeface="Arial"/>
                <a:cs typeface="Arial"/>
                <a:sym typeface="Arial"/>
              </a:rPr>
              <a:t>"Unlike Chroma, which is limited by the storage of a single machine, </a:t>
            </a:r>
            <a:r>
              <a:rPr i="1" lang="de-DE" u="sng">
                <a:solidFill>
                  <a:srgbClr val="99C3FF"/>
                </a:solidFill>
                <a:highlight>
                  <a:srgbClr val="1D1E26"/>
                </a:highlight>
                <a:latin typeface="Arial"/>
                <a:ea typeface="Arial"/>
                <a:cs typeface="Arial"/>
                <a:sym typeface="Arial"/>
                <a:hlinkClick r:id="rId2">
                  <a:extLst>
                    <a:ext uri="{A12FA001-AC4F-418D-AE19-62706E023703}">
                      <ahyp:hlinkClr val="tx"/>
                    </a:ext>
                  </a:extLst>
                </a:hlinkClick>
              </a:rPr>
              <a:t>Weaviate</a:t>
            </a:r>
            <a:r>
              <a:rPr i="1" lang="de-DE">
                <a:solidFill>
                  <a:srgbClr val="E6E8F0"/>
                </a:solidFill>
                <a:highlight>
                  <a:srgbClr val="1D1E26"/>
                </a:highlight>
                <a:latin typeface="Arial"/>
                <a:ea typeface="Arial"/>
                <a:cs typeface="Arial"/>
                <a:sym typeface="Arial"/>
              </a:rPr>
              <a:t> allows us to link multiple servers together. If our knowledge base grows, we don't buy a bigger computer; we just plug in another small one."</a:t>
            </a:r>
            <a:endParaRPr b="1" sz="1400">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Free &amp; Open Source</a:t>
            </a:r>
            <a:endParaRPr b="1">
              <a:latin typeface="Noto Serif Georgian"/>
              <a:ea typeface="Noto Serif Georgian"/>
              <a:cs typeface="Noto Serif Georgian"/>
              <a:sym typeface="Noto Serif Georgian"/>
            </a:endParaRPr>
          </a:p>
          <a:p>
            <a:pPr indent="-304800" lvl="1" marL="914400" rtl="0" algn="l">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No monthly “pod” costs (e.g., </a:t>
            </a:r>
            <a:r>
              <a:rPr i="1" lang="de-DE">
                <a:latin typeface="Noto Serif Georgian"/>
                <a:ea typeface="Noto Serif Georgian"/>
                <a:cs typeface="Noto Serif Georgian"/>
                <a:sym typeface="Noto Serif Georgian"/>
              </a:rPr>
              <a:t>Pinecone</a:t>
            </a:r>
            <a:r>
              <a:rPr lang="de-DE">
                <a:latin typeface="Noto Serif Georgian"/>
                <a:ea typeface="Noto Serif Georgian"/>
                <a:cs typeface="Noto Serif Georgian"/>
                <a:sym typeface="Noto Serif Georgian"/>
              </a:rPr>
              <a:t>).</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Great for Prototyping</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Fastest way to build a working demo.</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Local Storage</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All data stays on your machine for maximum privacy. </a:t>
            </a:r>
            <a:endParaRPr>
              <a:latin typeface="Noto Serif Georgian"/>
              <a:ea typeface="Noto Serif Georgian"/>
              <a:cs typeface="Noto Serif Georgian"/>
              <a:sym typeface="Noto Serif Georgian"/>
            </a:endParaRPr>
          </a:p>
          <a:p>
            <a:pPr indent="0" lvl="0" marL="91440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800"/>
              </a:spcBef>
              <a:spcAft>
                <a:spcPts val="0"/>
              </a:spcAft>
              <a:buNone/>
            </a:pPr>
            <a:r>
              <a:t/>
            </a:r>
            <a:endParaRPr sz="1300">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b="1">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Concurrency Bottleneck</a:t>
            </a:r>
            <a:endParaRPr b="1">
              <a:latin typeface="Noto Serif Georgian"/>
              <a:ea typeface="Noto Serif Georgian"/>
              <a:cs typeface="Noto Serif Georgian"/>
              <a:sym typeface="Noto Serif Georgian"/>
            </a:endParaRPr>
          </a:p>
          <a:p>
            <a:pPr indent="-304800" lvl="1" marL="914400" rtl="0" algn="l">
              <a:lnSpc>
                <a:spcPct val="115000"/>
              </a:lnSpc>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High concurrency can cause slower responses or “database is locked” errors.</a:t>
            </a:r>
            <a:endParaRPr>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b="1" lang="de-DE">
                <a:latin typeface="Noto Serif Georgian"/>
                <a:ea typeface="Noto Serif Georgian"/>
                <a:cs typeface="Noto Serif Georgian"/>
                <a:sym typeface="Noto Serif Georgian"/>
              </a:rPr>
              <a:t>Root cause</a:t>
            </a:r>
            <a:r>
              <a:rPr lang="de-DE">
                <a:latin typeface="Noto Serif Georgian"/>
                <a:ea typeface="Noto Serif Georgian"/>
                <a:cs typeface="Noto Serif Georgian"/>
                <a:sym typeface="Noto Serif Georgian"/>
              </a:rPr>
              <a:t>: SQLite backend limits concurrent write access.</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HNSW Indexing: Uses the Hierarchical Navigable Small World algorithm, which allows for lightning-fast similarity searches by keeping data in a specific "graph" structure.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Single-Node Design: Unlike enterprise systems, it runs on a single machine. It does not support native sharding (splitting data across multiple servers).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Category	Advantages (Pros)	Disadvantages (Cons)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Cost &amp; Setup	Free &amp; Open Source: No monthly “pod” costs (e.g., Pinecone Pricing).	Single-Node Architecture: Difficult to scale horizontally; if you outgrow one server, you must migrate.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Speed	Great for Prototyping: Fastest way to build a working demo.	Concurrency Bottleneck: High traffic causes “database is locked” errors due to the SQLite backend.</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Performance	Local Storage: All data stays on your machine for maximum privacy.	Memory Dependency: Because of the HNSW algorithm, the entire index must fit in your System RAM.</a:t>
            </a:r>
            <a:endParaRPr>
              <a:latin typeface="Noto Serif Georgian"/>
              <a:ea typeface="Noto Serif Georgian"/>
              <a:cs typeface="Noto Serif Georgian"/>
              <a:sym typeface="Noto Serif Georgian"/>
            </a:endParaRPr>
          </a:p>
          <a:p>
            <a:pPr indent="0" lvl="0" marL="0" rtl="0" algn="l">
              <a:spcBef>
                <a:spcPts val="1000"/>
              </a:spcBef>
              <a:spcAft>
                <a:spcPts val="0"/>
              </a:spcAft>
              <a:buNone/>
            </a:pPr>
            <a:r>
              <a:rPr lang="de-DE" sz="1400">
                <a:latin typeface="Noto Serif Georgian ExtraBold"/>
                <a:ea typeface="Noto Serif Georgian ExtraBold"/>
                <a:cs typeface="Noto Serif Georgian ExtraBold"/>
                <a:sym typeface="Noto Serif Georgian ExtraBold"/>
              </a:rPr>
              <a:t>Scalable Alternatives</a:t>
            </a:r>
            <a:endParaRPr sz="1400">
              <a:latin typeface="Noto Serif Georgian ExtraBold"/>
              <a:ea typeface="Noto Serif Georgian ExtraBold"/>
              <a:cs typeface="Noto Serif Georgian ExtraBold"/>
              <a:sym typeface="Noto Serif Georgian ExtraBold"/>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Weaviate</a:t>
            </a:r>
            <a:r>
              <a:rPr lang="de-DE">
                <a:latin typeface="Noto Serif Georgian"/>
                <a:ea typeface="Noto Serif Georgian"/>
                <a:cs typeface="Noto Serif Georgian"/>
                <a:sym typeface="Noto Serif Georgian"/>
              </a:rPr>
              <a:t>: Best for enterprise-grade scalability.</a:t>
            </a:r>
            <a:endParaRPr>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FAISS</a:t>
            </a:r>
            <a:r>
              <a:rPr lang="de-DE">
                <a:latin typeface="Noto Serif Georgian"/>
                <a:ea typeface="Noto Serif Georgian"/>
                <a:cs typeface="Noto Serif Georgian"/>
                <a:sym typeface="Noto Serif Georgian"/>
              </a:rPr>
              <a:t>: Best for maximum raw search speed.</a:t>
            </a:r>
            <a:endParaRPr>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292100" lvl="0" marL="457200" rtl="0" algn="l">
              <a:lnSpc>
                <a:spcPct val="115000"/>
              </a:lnSpc>
              <a:spcBef>
                <a:spcPts val="1000"/>
              </a:spcBef>
              <a:spcAft>
                <a:spcPts val="0"/>
              </a:spcAft>
              <a:buClr>
                <a:schemeClr val="dk1"/>
              </a:buClr>
              <a:buSzPts val="1000"/>
              <a:buFont typeface="Noto Serif Georgian"/>
              <a:buChar char="➢"/>
            </a:pPr>
            <a:r>
              <a:rPr b="1" lang="de-DE">
                <a:latin typeface="Noto Serif Georgian"/>
                <a:ea typeface="Noto Serif Georgian"/>
                <a:cs typeface="Noto Serif Georgian"/>
                <a:sym typeface="Noto Serif Georgian"/>
              </a:rPr>
              <a:t>Memory Dependency</a:t>
            </a:r>
            <a:endParaRPr b="1">
              <a:latin typeface="Noto Serif Georgian"/>
              <a:ea typeface="Noto Serif Georgian"/>
              <a:cs typeface="Noto Serif Georgian"/>
              <a:sym typeface="Noto Serif Georgian"/>
            </a:endParaRPr>
          </a:p>
          <a:p>
            <a:pPr indent="-292100" lvl="1" marL="914400" rtl="0" algn="l">
              <a:lnSpc>
                <a:spcPct val="115000"/>
              </a:lnSpc>
              <a:spcBef>
                <a:spcPts val="800"/>
              </a:spcBef>
              <a:spcAft>
                <a:spcPts val="0"/>
              </a:spcAft>
              <a:buClr>
                <a:srgbClr val="7BB725"/>
              </a:buClr>
              <a:buSzPts val="1000"/>
              <a:buFont typeface="Noto Serif Georgian"/>
              <a:buChar char="○"/>
            </a:pPr>
            <a:r>
              <a:rPr lang="de-DE">
                <a:latin typeface="Noto Serif Georgian"/>
                <a:ea typeface="Noto Serif Georgian"/>
                <a:cs typeface="Noto Serif Georgian"/>
                <a:sym typeface="Noto Serif Georgian"/>
              </a:rPr>
              <a:t>The search index must fit entirely in your system RAM. If your data grows too large for your computer's memory, performance will crash.</a:t>
            </a:r>
            <a:endParaRPr>
              <a:latin typeface="Noto Serif Georgian"/>
              <a:ea typeface="Noto Serif Georgian"/>
              <a:cs typeface="Noto Serif Georgian"/>
              <a:sym typeface="Noto Serif Georgian"/>
            </a:endParaRPr>
          </a:p>
          <a:p>
            <a:pPr indent="0" lvl="0" marL="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0" rtl="0" algn="l">
              <a:spcBef>
                <a:spcPts val="80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1063" name="Google Shape;1063;g3cc89b60ce9_0_2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cc89b60ce9_0_2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de-DE" sz="1000">
                <a:solidFill>
                  <a:srgbClr val="434343"/>
                </a:solidFill>
                <a:latin typeface="Noto Serif Georgian"/>
                <a:ea typeface="Noto Serif Georgian"/>
                <a:cs typeface="Noto Serif Georgian"/>
                <a:sym typeface="Noto Serif Georgian"/>
              </a:rPr>
              <a:t>Concurrency Bottleneck</a:t>
            </a:r>
            <a:r>
              <a:rPr lang="de-DE" sz="1000">
                <a:solidFill>
                  <a:srgbClr val="434343"/>
                </a:solidFill>
                <a:latin typeface="Noto Serif Georgian"/>
                <a:ea typeface="Noto Serif Georgian"/>
                <a:cs typeface="Noto Serif Georgian"/>
                <a:sym typeface="Noto Serif Georgian"/>
              </a:rPr>
              <a:t>: High traffic causes “database is locked” errors due to the SQLite backend, which limits concurrent write access.</a:t>
            </a:r>
            <a:endParaRPr i="1">
              <a:solidFill>
                <a:srgbClr val="E6E8F0"/>
              </a:solidFill>
              <a:highlight>
                <a:srgbClr val="1D1E26"/>
              </a:highlight>
              <a:latin typeface="Arial"/>
              <a:ea typeface="Arial"/>
              <a:cs typeface="Arial"/>
              <a:sym typeface="Arial"/>
            </a:endParaRPr>
          </a:p>
          <a:p>
            <a:pPr indent="0" lvl="0" marL="457200" rtl="0" algn="l">
              <a:lnSpc>
                <a:spcPct val="115000"/>
              </a:lnSpc>
              <a:spcBef>
                <a:spcPts val="1000"/>
              </a:spcBef>
              <a:spcAft>
                <a:spcPts val="0"/>
              </a:spcAft>
              <a:buNone/>
            </a:pPr>
            <a:r>
              <a:rPr i="1" lang="de-DE">
                <a:solidFill>
                  <a:srgbClr val="E6E8F0"/>
                </a:solidFill>
                <a:highlight>
                  <a:srgbClr val="1D1E26"/>
                </a:highlight>
                <a:latin typeface="Arial"/>
                <a:ea typeface="Arial"/>
                <a:cs typeface="Arial"/>
                <a:sym typeface="Arial"/>
              </a:rPr>
              <a:t>"Unlike Chroma, which is limited by the storage of a single machine, </a:t>
            </a:r>
            <a:r>
              <a:rPr i="1" lang="de-DE" u="sng">
                <a:solidFill>
                  <a:srgbClr val="99C3FF"/>
                </a:solidFill>
                <a:highlight>
                  <a:srgbClr val="1D1E26"/>
                </a:highlight>
                <a:latin typeface="Arial"/>
                <a:ea typeface="Arial"/>
                <a:cs typeface="Arial"/>
                <a:sym typeface="Arial"/>
                <a:hlinkClick r:id="rId2">
                  <a:extLst>
                    <a:ext uri="{A12FA001-AC4F-418D-AE19-62706E023703}">
                      <ahyp:hlinkClr val="tx"/>
                    </a:ext>
                  </a:extLst>
                </a:hlinkClick>
              </a:rPr>
              <a:t>Weaviate</a:t>
            </a:r>
            <a:r>
              <a:rPr i="1" lang="de-DE">
                <a:solidFill>
                  <a:srgbClr val="E6E8F0"/>
                </a:solidFill>
                <a:highlight>
                  <a:srgbClr val="1D1E26"/>
                </a:highlight>
                <a:latin typeface="Arial"/>
                <a:ea typeface="Arial"/>
                <a:cs typeface="Arial"/>
                <a:sym typeface="Arial"/>
              </a:rPr>
              <a:t> allows us to link multiple servers together. If our knowledge base grows, we don't buy a bigger computer; we just plug in another small one."</a:t>
            </a:r>
            <a:endParaRPr b="1" sz="1400">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Free &amp; Open Source</a:t>
            </a:r>
            <a:endParaRPr b="1">
              <a:latin typeface="Noto Serif Georgian"/>
              <a:ea typeface="Noto Serif Georgian"/>
              <a:cs typeface="Noto Serif Georgian"/>
              <a:sym typeface="Noto Serif Georgian"/>
            </a:endParaRPr>
          </a:p>
          <a:p>
            <a:pPr indent="-304800" lvl="1" marL="914400" rtl="0" algn="l">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No monthly “pod” costs (e.g., </a:t>
            </a:r>
            <a:r>
              <a:rPr i="1" lang="de-DE">
                <a:latin typeface="Noto Serif Georgian"/>
                <a:ea typeface="Noto Serif Georgian"/>
                <a:cs typeface="Noto Serif Georgian"/>
                <a:sym typeface="Noto Serif Georgian"/>
              </a:rPr>
              <a:t>Pinecone</a:t>
            </a:r>
            <a:r>
              <a:rPr lang="de-DE">
                <a:latin typeface="Noto Serif Georgian"/>
                <a:ea typeface="Noto Serif Georgian"/>
                <a:cs typeface="Noto Serif Georgian"/>
                <a:sym typeface="Noto Serif Georgian"/>
              </a:rPr>
              <a:t>).</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Great for Prototyping</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Fastest way to build a working demo.</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Local Storage</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All data stays on your machine for maximum privacy. </a:t>
            </a:r>
            <a:endParaRPr>
              <a:latin typeface="Noto Serif Georgian"/>
              <a:ea typeface="Noto Serif Georgian"/>
              <a:cs typeface="Noto Serif Georgian"/>
              <a:sym typeface="Noto Serif Georgian"/>
            </a:endParaRPr>
          </a:p>
          <a:p>
            <a:pPr indent="0" lvl="0" marL="91440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800"/>
              </a:spcBef>
              <a:spcAft>
                <a:spcPts val="0"/>
              </a:spcAft>
              <a:buNone/>
            </a:pPr>
            <a:r>
              <a:t/>
            </a:r>
            <a:endParaRPr sz="1300">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b="1">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Concurrency Bottleneck</a:t>
            </a:r>
            <a:endParaRPr b="1">
              <a:latin typeface="Noto Serif Georgian"/>
              <a:ea typeface="Noto Serif Georgian"/>
              <a:cs typeface="Noto Serif Georgian"/>
              <a:sym typeface="Noto Serif Georgian"/>
            </a:endParaRPr>
          </a:p>
          <a:p>
            <a:pPr indent="-304800" lvl="1" marL="914400" rtl="0" algn="l">
              <a:lnSpc>
                <a:spcPct val="115000"/>
              </a:lnSpc>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High concurrency can cause slower responses or “database is locked” errors.</a:t>
            </a:r>
            <a:endParaRPr>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b="1" lang="de-DE">
                <a:latin typeface="Noto Serif Georgian"/>
                <a:ea typeface="Noto Serif Georgian"/>
                <a:cs typeface="Noto Serif Georgian"/>
                <a:sym typeface="Noto Serif Georgian"/>
              </a:rPr>
              <a:t>Root cause</a:t>
            </a:r>
            <a:r>
              <a:rPr lang="de-DE">
                <a:latin typeface="Noto Serif Georgian"/>
                <a:ea typeface="Noto Serif Georgian"/>
                <a:cs typeface="Noto Serif Georgian"/>
                <a:sym typeface="Noto Serif Georgian"/>
              </a:rPr>
              <a:t>: SQLite backend limits concurrent write access.</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HNSW Indexing: Uses the Hierarchical Navigable Small World algorithm, which allows for lightning-fast similarity searches by keeping data in a specific "graph" structure.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Single-Node Design: Unlike enterprise systems, it runs on a single machine. It does not support native sharding (splitting data across multiple servers).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Category	Advantages (Pros)	Disadvantages (Cons)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Cost &amp; Setup	Free &amp; Open Source: No monthly “pod” costs (e.g., Pinecone Pricing).	Single-Node Architecture: Difficult to scale horizontally; if you outgrow one server, you must migrate.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Speed	Great for Prototyping: Fastest way to build a working demo.	Concurrency Bottleneck: High traffic causes “database is locked” errors due to the SQLite backend.</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Performance	Local Storage: All data stays on your machine for maximum privacy.	Memory Dependency: Because of the HNSW algorithm, the entire index must fit in your System RAM.</a:t>
            </a:r>
            <a:endParaRPr>
              <a:latin typeface="Noto Serif Georgian"/>
              <a:ea typeface="Noto Serif Georgian"/>
              <a:cs typeface="Noto Serif Georgian"/>
              <a:sym typeface="Noto Serif Georgian"/>
            </a:endParaRPr>
          </a:p>
          <a:p>
            <a:pPr indent="0" lvl="0" marL="0" rtl="0" algn="l">
              <a:spcBef>
                <a:spcPts val="1000"/>
              </a:spcBef>
              <a:spcAft>
                <a:spcPts val="0"/>
              </a:spcAft>
              <a:buNone/>
            </a:pPr>
            <a:r>
              <a:rPr lang="de-DE" sz="1400">
                <a:latin typeface="Noto Serif Georgian ExtraBold"/>
                <a:ea typeface="Noto Serif Georgian ExtraBold"/>
                <a:cs typeface="Noto Serif Georgian ExtraBold"/>
                <a:sym typeface="Noto Serif Georgian ExtraBold"/>
              </a:rPr>
              <a:t>Scalable Alternatives</a:t>
            </a:r>
            <a:endParaRPr sz="1400">
              <a:latin typeface="Noto Serif Georgian ExtraBold"/>
              <a:ea typeface="Noto Serif Georgian ExtraBold"/>
              <a:cs typeface="Noto Serif Georgian ExtraBold"/>
              <a:sym typeface="Noto Serif Georgian ExtraBold"/>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Weaviate</a:t>
            </a:r>
            <a:r>
              <a:rPr lang="de-DE">
                <a:latin typeface="Noto Serif Georgian"/>
                <a:ea typeface="Noto Serif Georgian"/>
                <a:cs typeface="Noto Serif Georgian"/>
                <a:sym typeface="Noto Serif Georgian"/>
              </a:rPr>
              <a:t>: Best for enterprise-grade scalability.</a:t>
            </a:r>
            <a:endParaRPr>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FAISS</a:t>
            </a:r>
            <a:r>
              <a:rPr lang="de-DE">
                <a:latin typeface="Noto Serif Georgian"/>
                <a:ea typeface="Noto Serif Georgian"/>
                <a:cs typeface="Noto Serif Georgian"/>
                <a:sym typeface="Noto Serif Georgian"/>
              </a:rPr>
              <a:t>: Best for maximum raw search speed.</a:t>
            </a:r>
            <a:endParaRPr>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292100" lvl="0" marL="457200" rtl="0" algn="l">
              <a:lnSpc>
                <a:spcPct val="115000"/>
              </a:lnSpc>
              <a:spcBef>
                <a:spcPts val="1000"/>
              </a:spcBef>
              <a:spcAft>
                <a:spcPts val="0"/>
              </a:spcAft>
              <a:buClr>
                <a:schemeClr val="dk1"/>
              </a:buClr>
              <a:buSzPts val="1000"/>
              <a:buFont typeface="Noto Serif Georgian"/>
              <a:buChar char="➢"/>
            </a:pPr>
            <a:r>
              <a:rPr b="1" lang="de-DE">
                <a:latin typeface="Noto Serif Georgian"/>
                <a:ea typeface="Noto Serif Georgian"/>
                <a:cs typeface="Noto Serif Georgian"/>
                <a:sym typeface="Noto Serif Georgian"/>
              </a:rPr>
              <a:t>Memory Dependency</a:t>
            </a:r>
            <a:endParaRPr b="1">
              <a:latin typeface="Noto Serif Georgian"/>
              <a:ea typeface="Noto Serif Georgian"/>
              <a:cs typeface="Noto Serif Georgian"/>
              <a:sym typeface="Noto Serif Georgian"/>
            </a:endParaRPr>
          </a:p>
          <a:p>
            <a:pPr indent="-292100" lvl="1" marL="914400" rtl="0" algn="l">
              <a:lnSpc>
                <a:spcPct val="115000"/>
              </a:lnSpc>
              <a:spcBef>
                <a:spcPts val="800"/>
              </a:spcBef>
              <a:spcAft>
                <a:spcPts val="0"/>
              </a:spcAft>
              <a:buClr>
                <a:srgbClr val="7BB725"/>
              </a:buClr>
              <a:buSzPts val="1000"/>
              <a:buFont typeface="Noto Serif Georgian"/>
              <a:buChar char="○"/>
            </a:pPr>
            <a:r>
              <a:rPr lang="de-DE">
                <a:latin typeface="Noto Serif Georgian"/>
                <a:ea typeface="Noto Serif Georgian"/>
                <a:cs typeface="Noto Serif Georgian"/>
                <a:sym typeface="Noto Serif Georgian"/>
              </a:rPr>
              <a:t>The search index must fit entirely in your system RAM. If your data grows too large for your computer's memory, performance will crash.</a:t>
            </a:r>
            <a:endParaRPr>
              <a:latin typeface="Noto Serif Georgian"/>
              <a:ea typeface="Noto Serif Georgian"/>
              <a:cs typeface="Noto Serif Georgian"/>
              <a:sym typeface="Noto Serif Georgian"/>
            </a:endParaRPr>
          </a:p>
          <a:p>
            <a:pPr indent="0" lvl="0" marL="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0" rtl="0" algn="l">
              <a:spcBef>
                <a:spcPts val="80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1082" name="Google Shape;1082;g3cc89b60ce9_0_2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cc89b60ce9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3cc89b60ce9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5" name="Google Shape;1095;g3cc89b60ce9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cc89b60ce9_0_20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3cc89b60ce9_0_2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g3cc89b60ce9_0_2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cc89b60ce9_0_3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3cc89b60ce9_0_3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3" name="Google Shape;1113;g3cc89b60ce9_0_3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cc89b60ce9_0_37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cc89b60ce9_0_3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4" name="Google Shape;1124;g3cc89b60ce9_0_3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cc89b60ce9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de-DE" sz="1000">
                <a:solidFill>
                  <a:srgbClr val="434343"/>
                </a:solidFill>
                <a:latin typeface="Noto Serif Georgian"/>
                <a:ea typeface="Noto Serif Georgian"/>
                <a:cs typeface="Noto Serif Georgian"/>
                <a:sym typeface="Noto Serif Georgian"/>
              </a:rPr>
              <a:t>Concurrency Bottleneck</a:t>
            </a:r>
            <a:r>
              <a:rPr lang="de-DE" sz="1000">
                <a:solidFill>
                  <a:srgbClr val="434343"/>
                </a:solidFill>
                <a:latin typeface="Noto Serif Georgian"/>
                <a:ea typeface="Noto Serif Georgian"/>
                <a:cs typeface="Noto Serif Georgian"/>
                <a:sym typeface="Noto Serif Georgian"/>
              </a:rPr>
              <a:t>: High traffic causes “database is locked” errors due to the SQLite backend, which limits concurrent write access.</a:t>
            </a:r>
            <a:endParaRPr i="1">
              <a:solidFill>
                <a:srgbClr val="E6E8F0"/>
              </a:solidFill>
              <a:highlight>
                <a:srgbClr val="1D1E26"/>
              </a:highlight>
              <a:latin typeface="Arial"/>
              <a:ea typeface="Arial"/>
              <a:cs typeface="Arial"/>
              <a:sym typeface="Arial"/>
            </a:endParaRPr>
          </a:p>
          <a:p>
            <a:pPr indent="0" lvl="0" marL="457200" rtl="0" algn="l">
              <a:lnSpc>
                <a:spcPct val="115000"/>
              </a:lnSpc>
              <a:spcBef>
                <a:spcPts val="1000"/>
              </a:spcBef>
              <a:spcAft>
                <a:spcPts val="0"/>
              </a:spcAft>
              <a:buNone/>
            </a:pPr>
            <a:r>
              <a:rPr i="1" lang="de-DE">
                <a:solidFill>
                  <a:srgbClr val="E6E8F0"/>
                </a:solidFill>
                <a:highlight>
                  <a:srgbClr val="1D1E26"/>
                </a:highlight>
                <a:latin typeface="Arial"/>
                <a:ea typeface="Arial"/>
                <a:cs typeface="Arial"/>
                <a:sym typeface="Arial"/>
              </a:rPr>
              <a:t>"Unlike Chroma, which is limited by the storage of a single machine, </a:t>
            </a:r>
            <a:r>
              <a:rPr i="1" lang="de-DE" u="sng">
                <a:solidFill>
                  <a:srgbClr val="99C3FF"/>
                </a:solidFill>
                <a:highlight>
                  <a:srgbClr val="1D1E26"/>
                </a:highlight>
                <a:latin typeface="Arial"/>
                <a:ea typeface="Arial"/>
                <a:cs typeface="Arial"/>
                <a:sym typeface="Arial"/>
                <a:hlinkClick r:id="rId2">
                  <a:extLst>
                    <a:ext uri="{A12FA001-AC4F-418D-AE19-62706E023703}">
                      <ahyp:hlinkClr val="tx"/>
                    </a:ext>
                  </a:extLst>
                </a:hlinkClick>
              </a:rPr>
              <a:t>Weaviate</a:t>
            </a:r>
            <a:r>
              <a:rPr i="1" lang="de-DE">
                <a:solidFill>
                  <a:srgbClr val="E6E8F0"/>
                </a:solidFill>
                <a:highlight>
                  <a:srgbClr val="1D1E26"/>
                </a:highlight>
                <a:latin typeface="Arial"/>
                <a:ea typeface="Arial"/>
                <a:cs typeface="Arial"/>
                <a:sym typeface="Arial"/>
              </a:rPr>
              <a:t> allows us to link multiple servers together. If our knowledge base grows, we don't buy a bigger computer; we just plug in another small one."</a:t>
            </a:r>
            <a:endParaRPr b="1" sz="1400">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Free &amp; Open Source</a:t>
            </a:r>
            <a:endParaRPr b="1">
              <a:latin typeface="Noto Serif Georgian"/>
              <a:ea typeface="Noto Serif Georgian"/>
              <a:cs typeface="Noto Serif Georgian"/>
              <a:sym typeface="Noto Serif Georgian"/>
            </a:endParaRPr>
          </a:p>
          <a:p>
            <a:pPr indent="-304800" lvl="1" marL="914400" rtl="0" algn="l">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No monthly “pod” costs (e.g., </a:t>
            </a:r>
            <a:r>
              <a:rPr i="1" lang="de-DE">
                <a:latin typeface="Noto Serif Georgian"/>
                <a:ea typeface="Noto Serif Georgian"/>
                <a:cs typeface="Noto Serif Georgian"/>
                <a:sym typeface="Noto Serif Georgian"/>
              </a:rPr>
              <a:t>Pinecone</a:t>
            </a:r>
            <a:r>
              <a:rPr lang="de-DE">
                <a:latin typeface="Noto Serif Georgian"/>
                <a:ea typeface="Noto Serif Georgian"/>
                <a:cs typeface="Noto Serif Georgian"/>
                <a:sym typeface="Noto Serif Georgian"/>
              </a:rPr>
              <a:t>).</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Great for Prototyping</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Fastest way to build a working demo.</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Local Storage</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All data stays on your machine for maximum privacy. </a:t>
            </a:r>
            <a:endParaRPr>
              <a:latin typeface="Noto Serif Georgian"/>
              <a:ea typeface="Noto Serif Georgian"/>
              <a:cs typeface="Noto Serif Georgian"/>
              <a:sym typeface="Noto Serif Georgian"/>
            </a:endParaRPr>
          </a:p>
          <a:p>
            <a:pPr indent="0" lvl="0" marL="91440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800"/>
              </a:spcBef>
              <a:spcAft>
                <a:spcPts val="0"/>
              </a:spcAft>
              <a:buNone/>
            </a:pPr>
            <a:r>
              <a:t/>
            </a:r>
            <a:endParaRPr sz="1300">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b="1">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Concurrency Bottleneck</a:t>
            </a:r>
            <a:endParaRPr b="1">
              <a:latin typeface="Noto Serif Georgian"/>
              <a:ea typeface="Noto Serif Georgian"/>
              <a:cs typeface="Noto Serif Georgian"/>
              <a:sym typeface="Noto Serif Georgian"/>
            </a:endParaRPr>
          </a:p>
          <a:p>
            <a:pPr indent="-304800" lvl="1" marL="914400" rtl="0" algn="l">
              <a:lnSpc>
                <a:spcPct val="115000"/>
              </a:lnSpc>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High concurrency can cause slower responses or “database is locked” errors.</a:t>
            </a:r>
            <a:endParaRPr>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b="1" lang="de-DE">
                <a:latin typeface="Noto Serif Georgian"/>
                <a:ea typeface="Noto Serif Georgian"/>
                <a:cs typeface="Noto Serif Georgian"/>
                <a:sym typeface="Noto Serif Georgian"/>
              </a:rPr>
              <a:t>Root cause</a:t>
            </a:r>
            <a:r>
              <a:rPr lang="de-DE">
                <a:latin typeface="Noto Serif Georgian"/>
                <a:ea typeface="Noto Serif Georgian"/>
                <a:cs typeface="Noto Serif Georgian"/>
                <a:sym typeface="Noto Serif Georgian"/>
              </a:rPr>
              <a:t>: SQLite backend limits concurrent write access.</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HNSW Indexing: Uses the Hierarchical Navigable Small World algorithm, which allows for lightning-fast similarity searches by keeping data in a specific "graph" structure.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Single-Node Design: Unlike enterprise systems, it runs on a single machine. It does not support native sharding (splitting data across multiple servers).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Category	Advantages (Pros)	Disadvantages (Cons)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Cost &amp; Setup	Free &amp; Open Source: No monthly “pod” costs (e.g., Pinecone Pricing).	Single-Node Architecture: Difficult to scale horizontally; if you outgrow one server, you must migrate.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Speed	Great for Prototyping: Fastest way to build a working demo.	Concurrency Bottleneck: High traffic causes “database is locked” errors due to the SQLite backend.</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Performance	Local Storage: All data stays on your machine for maximum privacy.	Memory Dependency: Because of the HNSW algorithm, the entire index must fit in your System RAM.</a:t>
            </a:r>
            <a:endParaRPr>
              <a:latin typeface="Noto Serif Georgian"/>
              <a:ea typeface="Noto Serif Georgian"/>
              <a:cs typeface="Noto Serif Georgian"/>
              <a:sym typeface="Noto Serif Georgian"/>
            </a:endParaRPr>
          </a:p>
          <a:p>
            <a:pPr indent="0" lvl="0" marL="0" rtl="0" algn="l">
              <a:spcBef>
                <a:spcPts val="1000"/>
              </a:spcBef>
              <a:spcAft>
                <a:spcPts val="0"/>
              </a:spcAft>
              <a:buNone/>
            </a:pPr>
            <a:r>
              <a:rPr lang="de-DE" sz="1400">
                <a:latin typeface="Noto Serif Georgian ExtraBold"/>
                <a:ea typeface="Noto Serif Georgian ExtraBold"/>
                <a:cs typeface="Noto Serif Georgian ExtraBold"/>
                <a:sym typeface="Noto Serif Georgian ExtraBold"/>
              </a:rPr>
              <a:t>Scalable Alternatives</a:t>
            </a:r>
            <a:endParaRPr sz="1400">
              <a:latin typeface="Noto Serif Georgian ExtraBold"/>
              <a:ea typeface="Noto Serif Georgian ExtraBold"/>
              <a:cs typeface="Noto Serif Georgian ExtraBold"/>
              <a:sym typeface="Noto Serif Georgian ExtraBold"/>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Weaviate</a:t>
            </a:r>
            <a:r>
              <a:rPr lang="de-DE">
                <a:latin typeface="Noto Serif Georgian"/>
                <a:ea typeface="Noto Serif Georgian"/>
                <a:cs typeface="Noto Serif Georgian"/>
                <a:sym typeface="Noto Serif Georgian"/>
              </a:rPr>
              <a:t>: Best for enterprise-grade scalability.</a:t>
            </a:r>
            <a:endParaRPr>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FAISS</a:t>
            </a:r>
            <a:r>
              <a:rPr lang="de-DE">
                <a:latin typeface="Noto Serif Georgian"/>
                <a:ea typeface="Noto Serif Georgian"/>
                <a:cs typeface="Noto Serif Georgian"/>
                <a:sym typeface="Noto Serif Georgian"/>
              </a:rPr>
              <a:t>: Best for maximum raw search speed.</a:t>
            </a:r>
            <a:endParaRPr>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292100" lvl="0" marL="457200" rtl="0" algn="l">
              <a:lnSpc>
                <a:spcPct val="115000"/>
              </a:lnSpc>
              <a:spcBef>
                <a:spcPts val="1000"/>
              </a:spcBef>
              <a:spcAft>
                <a:spcPts val="0"/>
              </a:spcAft>
              <a:buClr>
                <a:schemeClr val="dk1"/>
              </a:buClr>
              <a:buSzPts val="1000"/>
              <a:buFont typeface="Noto Serif Georgian"/>
              <a:buChar char="➢"/>
            </a:pPr>
            <a:r>
              <a:rPr b="1" lang="de-DE">
                <a:latin typeface="Noto Serif Georgian"/>
                <a:ea typeface="Noto Serif Georgian"/>
                <a:cs typeface="Noto Serif Georgian"/>
                <a:sym typeface="Noto Serif Georgian"/>
              </a:rPr>
              <a:t>Memory Dependency</a:t>
            </a:r>
            <a:endParaRPr b="1">
              <a:latin typeface="Noto Serif Georgian"/>
              <a:ea typeface="Noto Serif Georgian"/>
              <a:cs typeface="Noto Serif Georgian"/>
              <a:sym typeface="Noto Serif Georgian"/>
            </a:endParaRPr>
          </a:p>
          <a:p>
            <a:pPr indent="-292100" lvl="1" marL="914400" rtl="0" algn="l">
              <a:lnSpc>
                <a:spcPct val="115000"/>
              </a:lnSpc>
              <a:spcBef>
                <a:spcPts val="800"/>
              </a:spcBef>
              <a:spcAft>
                <a:spcPts val="0"/>
              </a:spcAft>
              <a:buClr>
                <a:srgbClr val="7BB725"/>
              </a:buClr>
              <a:buSzPts val="1000"/>
              <a:buFont typeface="Noto Serif Georgian"/>
              <a:buChar char="○"/>
            </a:pPr>
            <a:r>
              <a:rPr lang="de-DE">
                <a:latin typeface="Noto Serif Georgian"/>
                <a:ea typeface="Noto Serif Georgian"/>
                <a:cs typeface="Noto Serif Georgian"/>
                <a:sym typeface="Noto Serif Georgian"/>
              </a:rPr>
              <a:t>The search index must fit entirely in your system RAM. If your data grows too large for your computer's memory, performance will crash.</a:t>
            </a:r>
            <a:endParaRPr>
              <a:latin typeface="Noto Serif Georgian"/>
              <a:ea typeface="Noto Serif Georgian"/>
              <a:cs typeface="Noto Serif Georgian"/>
              <a:sym typeface="Noto Serif Georgian"/>
            </a:endParaRPr>
          </a:p>
          <a:p>
            <a:pPr indent="0" lvl="0" marL="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0" rtl="0" algn="l">
              <a:spcBef>
                <a:spcPts val="80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1135" name="Google Shape;1135;g3cc89b60ce9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cc89b60ce9_0_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3cc89b60ce9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1" name="Google Shape;1151;g3cc89b60ce9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cc89b60ce9_0_1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sz="1100">
                <a:latin typeface="Arial"/>
                <a:ea typeface="Arial"/>
                <a:cs typeface="Arial"/>
                <a:sym typeface="Arial"/>
              </a:rPr>
              <a:t>“Let’s start with a brief overview of CLIP “</a:t>
            </a:r>
            <a:endParaRPr sz="1100">
              <a:latin typeface="Arial"/>
              <a:ea typeface="Arial"/>
              <a:cs typeface="Arial"/>
              <a:sym typeface="Arial"/>
            </a:endParaRPr>
          </a:p>
          <a:p>
            <a:pPr indent="0" lvl="0" marL="0" rtl="0" algn="l">
              <a:spcBef>
                <a:spcPts val="0"/>
              </a:spcBef>
              <a:spcAft>
                <a:spcPts val="0"/>
              </a:spcAft>
              <a:buNone/>
            </a:pPr>
            <a:r>
              <a:rPr lang="de-DE" sz="1100">
                <a:latin typeface="Arial"/>
                <a:ea typeface="Arial"/>
                <a:cs typeface="Arial"/>
                <a:sym typeface="Arial"/>
              </a:rPr>
              <a:t>lets move on to the key idea</a:t>
            </a:r>
            <a:endParaRPr sz="1100">
              <a:latin typeface="Arial"/>
              <a:ea typeface="Arial"/>
              <a:cs typeface="Arial"/>
              <a:sym typeface="Arial"/>
            </a:endParaRPr>
          </a:p>
          <a:p>
            <a:pPr indent="0" lvl="0" marL="0" rtl="0" algn="l">
              <a:spcBef>
                <a:spcPts val="0"/>
              </a:spcBef>
              <a:spcAft>
                <a:spcPts val="0"/>
              </a:spcAft>
              <a:buNone/>
            </a:pPr>
            <a:r>
              <a:rPr lang="de-DE" sz="1100">
                <a:latin typeface="Arial"/>
                <a:ea typeface="Arial"/>
                <a:cs typeface="Arial"/>
                <a:sym typeface="Arial"/>
              </a:rPr>
              <a:t>________________________________________________________</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de-DE" sz="1100">
                <a:latin typeface="Arial"/>
                <a:ea typeface="Arial"/>
                <a:cs typeface="Arial"/>
                <a:sym typeface="Arial"/>
              </a:rPr>
              <a:t>We believe CLIP’s text features are underused — and we aim to change that.”</a:t>
            </a:r>
            <a:endParaRPr sz="11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p:txBody>
      </p:sp>
      <p:sp>
        <p:nvSpPr>
          <p:cNvPr id="1157" name="Google Shape;1157;g3cc89b60ce9_0_1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cc89b60ce9_0_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3cc89b60ce9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7" name="Google Shape;1167;g3cc89b60ce9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3cc89b60ce9_0_4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de-DE" sz="1000">
                <a:solidFill>
                  <a:srgbClr val="434343"/>
                </a:solidFill>
                <a:latin typeface="Noto Serif Georgian"/>
                <a:ea typeface="Noto Serif Georgian"/>
                <a:cs typeface="Noto Serif Georgian"/>
                <a:sym typeface="Noto Serif Georgian"/>
              </a:rPr>
              <a:t>Concurrency Bottleneck</a:t>
            </a:r>
            <a:r>
              <a:rPr lang="de-DE" sz="1000">
                <a:solidFill>
                  <a:srgbClr val="434343"/>
                </a:solidFill>
                <a:latin typeface="Noto Serif Georgian"/>
                <a:ea typeface="Noto Serif Georgian"/>
                <a:cs typeface="Noto Serif Georgian"/>
                <a:sym typeface="Noto Serif Georgian"/>
              </a:rPr>
              <a:t>: High traffic causes “database is locked” errors due to the SQLite backend, which limits concurrent write access.</a:t>
            </a:r>
            <a:endParaRPr i="1">
              <a:solidFill>
                <a:srgbClr val="E6E8F0"/>
              </a:solidFill>
              <a:highlight>
                <a:srgbClr val="1D1E26"/>
              </a:highlight>
              <a:latin typeface="Arial"/>
              <a:ea typeface="Arial"/>
              <a:cs typeface="Arial"/>
              <a:sym typeface="Arial"/>
            </a:endParaRPr>
          </a:p>
          <a:p>
            <a:pPr indent="0" lvl="0" marL="457200" rtl="0" algn="l">
              <a:lnSpc>
                <a:spcPct val="115000"/>
              </a:lnSpc>
              <a:spcBef>
                <a:spcPts val="1000"/>
              </a:spcBef>
              <a:spcAft>
                <a:spcPts val="0"/>
              </a:spcAft>
              <a:buNone/>
            </a:pPr>
            <a:r>
              <a:rPr i="1" lang="de-DE">
                <a:solidFill>
                  <a:srgbClr val="E6E8F0"/>
                </a:solidFill>
                <a:highlight>
                  <a:srgbClr val="1D1E26"/>
                </a:highlight>
                <a:latin typeface="Arial"/>
                <a:ea typeface="Arial"/>
                <a:cs typeface="Arial"/>
                <a:sym typeface="Arial"/>
              </a:rPr>
              <a:t>"Unlike Chroma, which is limited by the storage of a single machine, </a:t>
            </a:r>
            <a:r>
              <a:rPr i="1" lang="de-DE" u="sng">
                <a:solidFill>
                  <a:srgbClr val="99C3FF"/>
                </a:solidFill>
                <a:highlight>
                  <a:srgbClr val="1D1E26"/>
                </a:highlight>
                <a:latin typeface="Arial"/>
                <a:ea typeface="Arial"/>
                <a:cs typeface="Arial"/>
                <a:sym typeface="Arial"/>
                <a:hlinkClick r:id="rId2">
                  <a:extLst>
                    <a:ext uri="{A12FA001-AC4F-418D-AE19-62706E023703}">
                      <ahyp:hlinkClr val="tx"/>
                    </a:ext>
                  </a:extLst>
                </a:hlinkClick>
              </a:rPr>
              <a:t>Weaviate</a:t>
            </a:r>
            <a:r>
              <a:rPr i="1" lang="de-DE">
                <a:solidFill>
                  <a:srgbClr val="E6E8F0"/>
                </a:solidFill>
                <a:highlight>
                  <a:srgbClr val="1D1E26"/>
                </a:highlight>
                <a:latin typeface="Arial"/>
                <a:ea typeface="Arial"/>
                <a:cs typeface="Arial"/>
                <a:sym typeface="Arial"/>
              </a:rPr>
              <a:t> allows us to link multiple servers together. If our knowledge base grows, we don't buy a bigger computer; we just plug in another small one."</a:t>
            </a:r>
            <a:endParaRPr b="1" sz="1400">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Free &amp; Open Source</a:t>
            </a:r>
            <a:endParaRPr b="1">
              <a:latin typeface="Noto Serif Georgian"/>
              <a:ea typeface="Noto Serif Georgian"/>
              <a:cs typeface="Noto Serif Georgian"/>
              <a:sym typeface="Noto Serif Georgian"/>
            </a:endParaRPr>
          </a:p>
          <a:p>
            <a:pPr indent="-304800" lvl="1" marL="914400" rtl="0" algn="l">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No monthly “pod” costs (e.g., </a:t>
            </a:r>
            <a:r>
              <a:rPr i="1" lang="de-DE">
                <a:latin typeface="Noto Serif Georgian"/>
                <a:ea typeface="Noto Serif Georgian"/>
                <a:cs typeface="Noto Serif Georgian"/>
                <a:sym typeface="Noto Serif Georgian"/>
              </a:rPr>
              <a:t>Pinecone</a:t>
            </a:r>
            <a:r>
              <a:rPr lang="de-DE">
                <a:latin typeface="Noto Serif Georgian"/>
                <a:ea typeface="Noto Serif Georgian"/>
                <a:cs typeface="Noto Serif Georgian"/>
                <a:sym typeface="Noto Serif Georgian"/>
              </a:rPr>
              <a:t>).</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Great for Prototyping</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Fastest way to build a working demo.</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Local Storage</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All data stays on your machine for maximum privacy. </a:t>
            </a:r>
            <a:endParaRPr>
              <a:latin typeface="Noto Serif Georgian"/>
              <a:ea typeface="Noto Serif Georgian"/>
              <a:cs typeface="Noto Serif Georgian"/>
              <a:sym typeface="Noto Serif Georgian"/>
            </a:endParaRPr>
          </a:p>
          <a:p>
            <a:pPr indent="0" lvl="0" marL="91440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800"/>
              </a:spcBef>
              <a:spcAft>
                <a:spcPts val="0"/>
              </a:spcAft>
              <a:buNone/>
            </a:pPr>
            <a:r>
              <a:t/>
            </a:r>
            <a:endParaRPr sz="1300">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b="1">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Concurrency Bottleneck</a:t>
            </a:r>
            <a:endParaRPr b="1">
              <a:latin typeface="Noto Serif Georgian"/>
              <a:ea typeface="Noto Serif Georgian"/>
              <a:cs typeface="Noto Serif Georgian"/>
              <a:sym typeface="Noto Serif Georgian"/>
            </a:endParaRPr>
          </a:p>
          <a:p>
            <a:pPr indent="-304800" lvl="1" marL="914400" rtl="0" algn="l">
              <a:lnSpc>
                <a:spcPct val="115000"/>
              </a:lnSpc>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High concurrency can cause slower responses or “database is locked” errors.</a:t>
            </a:r>
            <a:endParaRPr>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b="1" lang="de-DE">
                <a:latin typeface="Noto Serif Georgian"/>
                <a:ea typeface="Noto Serif Georgian"/>
                <a:cs typeface="Noto Serif Georgian"/>
                <a:sym typeface="Noto Serif Georgian"/>
              </a:rPr>
              <a:t>Root cause</a:t>
            </a:r>
            <a:r>
              <a:rPr lang="de-DE">
                <a:latin typeface="Noto Serif Georgian"/>
                <a:ea typeface="Noto Serif Georgian"/>
                <a:cs typeface="Noto Serif Georgian"/>
                <a:sym typeface="Noto Serif Georgian"/>
              </a:rPr>
              <a:t>: SQLite backend limits concurrent write access.</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HNSW Indexing: Uses the Hierarchical Navigable Small World algorithm, which allows for lightning-fast similarity searches by keeping data in a specific "graph" structure.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Single-Node Design: Unlike enterprise systems, it runs on a single machine. It does not support native sharding (splitting data across multiple servers).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Category	Advantages (Pros)	Disadvantages (Cons)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Cost &amp; Setup	Free &amp; Open Source: No monthly “pod” costs (e.g., Pinecone Pricing).	Single-Node Architecture: Difficult to scale horizontally; if you outgrow one server, you must migrate.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Speed	Great for Prototyping: Fastest way to build a working demo.	Concurrency Bottleneck: High traffic causes “database is locked” errors due to the SQLite backend.</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Performance	Local Storage: All data stays on your machine for maximum privacy.	Memory Dependency: Because of the HNSW algorithm, the entire index must fit in your System RAM.</a:t>
            </a:r>
            <a:endParaRPr>
              <a:latin typeface="Noto Serif Georgian"/>
              <a:ea typeface="Noto Serif Georgian"/>
              <a:cs typeface="Noto Serif Georgian"/>
              <a:sym typeface="Noto Serif Georgian"/>
            </a:endParaRPr>
          </a:p>
          <a:p>
            <a:pPr indent="0" lvl="0" marL="0" rtl="0" algn="l">
              <a:spcBef>
                <a:spcPts val="1000"/>
              </a:spcBef>
              <a:spcAft>
                <a:spcPts val="0"/>
              </a:spcAft>
              <a:buNone/>
            </a:pPr>
            <a:r>
              <a:rPr lang="de-DE" sz="1400">
                <a:latin typeface="Noto Serif Georgian ExtraBold"/>
                <a:ea typeface="Noto Serif Georgian ExtraBold"/>
                <a:cs typeface="Noto Serif Georgian ExtraBold"/>
                <a:sym typeface="Noto Serif Georgian ExtraBold"/>
              </a:rPr>
              <a:t>Scalable Alternatives</a:t>
            </a:r>
            <a:endParaRPr sz="1400">
              <a:latin typeface="Noto Serif Georgian ExtraBold"/>
              <a:ea typeface="Noto Serif Georgian ExtraBold"/>
              <a:cs typeface="Noto Serif Georgian ExtraBold"/>
              <a:sym typeface="Noto Serif Georgian ExtraBold"/>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Weaviate</a:t>
            </a:r>
            <a:r>
              <a:rPr lang="de-DE">
                <a:latin typeface="Noto Serif Georgian"/>
                <a:ea typeface="Noto Serif Georgian"/>
                <a:cs typeface="Noto Serif Georgian"/>
                <a:sym typeface="Noto Serif Georgian"/>
              </a:rPr>
              <a:t>: Best for enterprise-grade scalability.</a:t>
            </a:r>
            <a:endParaRPr>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FAISS</a:t>
            </a:r>
            <a:r>
              <a:rPr lang="de-DE">
                <a:latin typeface="Noto Serif Georgian"/>
                <a:ea typeface="Noto Serif Georgian"/>
                <a:cs typeface="Noto Serif Georgian"/>
                <a:sym typeface="Noto Serif Georgian"/>
              </a:rPr>
              <a:t>: Best for maximum raw search speed.</a:t>
            </a:r>
            <a:endParaRPr>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292100" lvl="0" marL="457200" rtl="0" algn="l">
              <a:lnSpc>
                <a:spcPct val="115000"/>
              </a:lnSpc>
              <a:spcBef>
                <a:spcPts val="1000"/>
              </a:spcBef>
              <a:spcAft>
                <a:spcPts val="0"/>
              </a:spcAft>
              <a:buClr>
                <a:schemeClr val="dk1"/>
              </a:buClr>
              <a:buSzPts val="1000"/>
              <a:buFont typeface="Noto Serif Georgian"/>
              <a:buChar char="➢"/>
            </a:pPr>
            <a:r>
              <a:rPr b="1" lang="de-DE">
                <a:latin typeface="Noto Serif Georgian"/>
                <a:ea typeface="Noto Serif Georgian"/>
                <a:cs typeface="Noto Serif Georgian"/>
                <a:sym typeface="Noto Serif Georgian"/>
              </a:rPr>
              <a:t>Memory Dependency</a:t>
            </a:r>
            <a:endParaRPr b="1">
              <a:latin typeface="Noto Serif Georgian"/>
              <a:ea typeface="Noto Serif Georgian"/>
              <a:cs typeface="Noto Serif Georgian"/>
              <a:sym typeface="Noto Serif Georgian"/>
            </a:endParaRPr>
          </a:p>
          <a:p>
            <a:pPr indent="-292100" lvl="1" marL="914400" rtl="0" algn="l">
              <a:lnSpc>
                <a:spcPct val="115000"/>
              </a:lnSpc>
              <a:spcBef>
                <a:spcPts val="800"/>
              </a:spcBef>
              <a:spcAft>
                <a:spcPts val="0"/>
              </a:spcAft>
              <a:buClr>
                <a:srgbClr val="7BB725"/>
              </a:buClr>
              <a:buSzPts val="1000"/>
              <a:buFont typeface="Noto Serif Georgian"/>
              <a:buChar char="○"/>
            </a:pPr>
            <a:r>
              <a:rPr lang="de-DE">
                <a:latin typeface="Noto Serif Georgian"/>
                <a:ea typeface="Noto Serif Georgian"/>
                <a:cs typeface="Noto Serif Georgian"/>
                <a:sym typeface="Noto Serif Georgian"/>
              </a:rPr>
              <a:t>The search index must fit entirely in your system RAM. If your data grows too large for your computer's memory, performance will crash.</a:t>
            </a:r>
            <a:endParaRPr>
              <a:latin typeface="Noto Serif Georgian"/>
              <a:ea typeface="Noto Serif Georgian"/>
              <a:cs typeface="Noto Serif Georgian"/>
              <a:sym typeface="Noto Serif Georgian"/>
            </a:endParaRPr>
          </a:p>
          <a:p>
            <a:pPr indent="0" lvl="0" marL="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0" rtl="0" algn="l">
              <a:spcBef>
                <a:spcPts val="80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1173" name="Google Shape;1173;g3cc89b60ce9_0_47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cc89b60ce9_0_5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de-DE" sz="1000">
                <a:solidFill>
                  <a:srgbClr val="434343"/>
                </a:solidFill>
                <a:latin typeface="Noto Serif Georgian"/>
                <a:ea typeface="Noto Serif Georgian"/>
                <a:cs typeface="Noto Serif Georgian"/>
                <a:sym typeface="Noto Serif Georgian"/>
              </a:rPr>
              <a:t>Concurrency Bottleneck</a:t>
            </a:r>
            <a:r>
              <a:rPr lang="de-DE" sz="1000">
                <a:solidFill>
                  <a:srgbClr val="434343"/>
                </a:solidFill>
                <a:latin typeface="Noto Serif Georgian"/>
                <a:ea typeface="Noto Serif Georgian"/>
                <a:cs typeface="Noto Serif Georgian"/>
                <a:sym typeface="Noto Serif Georgian"/>
              </a:rPr>
              <a:t>: High traffic causes “database is locked” errors due to the SQLite backend, which limits concurrent write access.</a:t>
            </a:r>
            <a:endParaRPr i="1">
              <a:solidFill>
                <a:srgbClr val="E6E8F0"/>
              </a:solidFill>
              <a:highlight>
                <a:srgbClr val="1D1E26"/>
              </a:highlight>
              <a:latin typeface="Arial"/>
              <a:ea typeface="Arial"/>
              <a:cs typeface="Arial"/>
              <a:sym typeface="Arial"/>
            </a:endParaRPr>
          </a:p>
          <a:p>
            <a:pPr indent="0" lvl="0" marL="457200" rtl="0" algn="l">
              <a:lnSpc>
                <a:spcPct val="115000"/>
              </a:lnSpc>
              <a:spcBef>
                <a:spcPts val="1000"/>
              </a:spcBef>
              <a:spcAft>
                <a:spcPts val="0"/>
              </a:spcAft>
              <a:buNone/>
            </a:pPr>
            <a:r>
              <a:rPr i="1" lang="de-DE">
                <a:solidFill>
                  <a:srgbClr val="E6E8F0"/>
                </a:solidFill>
                <a:highlight>
                  <a:srgbClr val="1D1E26"/>
                </a:highlight>
                <a:latin typeface="Arial"/>
                <a:ea typeface="Arial"/>
                <a:cs typeface="Arial"/>
                <a:sym typeface="Arial"/>
              </a:rPr>
              <a:t>"Unlike Chroma, which is limited by the storage of a single machine, </a:t>
            </a:r>
            <a:r>
              <a:rPr i="1" lang="de-DE" u="sng">
                <a:solidFill>
                  <a:srgbClr val="99C3FF"/>
                </a:solidFill>
                <a:highlight>
                  <a:srgbClr val="1D1E26"/>
                </a:highlight>
                <a:latin typeface="Arial"/>
                <a:ea typeface="Arial"/>
                <a:cs typeface="Arial"/>
                <a:sym typeface="Arial"/>
                <a:hlinkClick r:id="rId2">
                  <a:extLst>
                    <a:ext uri="{A12FA001-AC4F-418D-AE19-62706E023703}">
                      <ahyp:hlinkClr val="tx"/>
                    </a:ext>
                  </a:extLst>
                </a:hlinkClick>
              </a:rPr>
              <a:t>Weaviate</a:t>
            </a:r>
            <a:r>
              <a:rPr i="1" lang="de-DE">
                <a:solidFill>
                  <a:srgbClr val="E6E8F0"/>
                </a:solidFill>
                <a:highlight>
                  <a:srgbClr val="1D1E26"/>
                </a:highlight>
                <a:latin typeface="Arial"/>
                <a:ea typeface="Arial"/>
                <a:cs typeface="Arial"/>
                <a:sym typeface="Arial"/>
              </a:rPr>
              <a:t> allows us to link multiple servers together. If our knowledge base grows, we don't buy a bigger computer; we just plug in another small one."</a:t>
            </a:r>
            <a:endParaRPr b="1" sz="1400">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Free &amp; Open Source</a:t>
            </a:r>
            <a:endParaRPr b="1">
              <a:latin typeface="Noto Serif Georgian"/>
              <a:ea typeface="Noto Serif Georgian"/>
              <a:cs typeface="Noto Serif Georgian"/>
              <a:sym typeface="Noto Serif Georgian"/>
            </a:endParaRPr>
          </a:p>
          <a:p>
            <a:pPr indent="-304800" lvl="1" marL="914400" rtl="0" algn="l">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No monthly “pod” costs (e.g., </a:t>
            </a:r>
            <a:r>
              <a:rPr i="1" lang="de-DE">
                <a:latin typeface="Noto Serif Georgian"/>
                <a:ea typeface="Noto Serif Georgian"/>
                <a:cs typeface="Noto Serif Georgian"/>
                <a:sym typeface="Noto Serif Georgian"/>
              </a:rPr>
              <a:t>Pinecone</a:t>
            </a:r>
            <a:r>
              <a:rPr lang="de-DE">
                <a:latin typeface="Noto Serif Georgian"/>
                <a:ea typeface="Noto Serif Georgian"/>
                <a:cs typeface="Noto Serif Georgian"/>
                <a:sym typeface="Noto Serif Georgian"/>
              </a:rPr>
              <a:t>).</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Great for Prototyping</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Fastest way to build a working demo.</a:t>
            </a:r>
            <a:endParaRPr>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Local Storage</a:t>
            </a:r>
            <a:endParaRPr b="1">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All data stays on your machine for maximum privacy. </a:t>
            </a:r>
            <a:endParaRPr>
              <a:latin typeface="Noto Serif Georgian"/>
              <a:ea typeface="Noto Serif Georgian"/>
              <a:cs typeface="Noto Serif Georgian"/>
              <a:sym typeface="Noto Serif Georgian"/>
            </a:endParaRPr>
          </a:p>
          <a:p>
            <a:pPr indent="0" lvl="0" marL="91440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800"/>
              </a:spcBef>
              <a:spcAft>
                <a:spcPts val="0"/>
              </a:spcAft>
              <a:buNone/>
            </a:pPr>
            <a:r>
              <a:t/>
            </a:r>
            <a:endParaRPr sz="1300">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b="1">
              <a:latin typeface="Noto Serif Georgian"/>
              <a:ea typeface="Noto Serif Georgian"/>
              <a:cs typeface="Noto Serif Georgian"/>
              <a:sym typeface="Noto Serif Georgian"/>
            </a:endParaRPr>
          </a:p>
          <a:p>
            <a:pPr indent="-304800" lvl="0" marL="457200" rtl="0" algn="l">
              <a:lnSpc>
                <a:spcPct val="115000"/>
              </a:lnSpc>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Concurrency Bottleneck</a:t>
            </a:r>
            <a:endParaRPr b="1">
              <a:latin typeface="Noto Serif Georgian"/>
              <a:ea typeface="Noto Serif Georgian"/>
              <a:cs typeface="Noto Serif Georgian"/>
              <a:sym typeface="Noto Serif Georgian"/>
            </a:endParaRPr>
          </a:p>
          <a:p>
            <a:pPr indent="-304800" lvl="1" marL="914400" rtl="0" algn="l">
              <a:lnSpc>
                <a:spcPct val="115000"/>
              </a:lnSpc>
              <a:spcBef>
                <a:spcPts val="1000"/>
              </a:spcBef>
              <a:spcAft>
                <a:spcPts val="0"/>
              </a:spcAft>
              <a:buClr>
                <a:srgbClr val="7BB725"/>
              </a:buClr>
              <a:buSzPts val="1200"/>
              <a:buFont typeface="Noto Serif Georgian"/>
              <a:buChar char="○"/>
            </a:pPr>
            <a:r>
              <a:rPr lang="de-DE">
                <a:latin typeface="Noto Serif Georgian"/>
                <a:ea typeface="Noto Serif Georgian"/>
                <a:cs typeface="Noto Serif Georgian"/>
                <a:sym typeface="Noto Serif Georgian"/>
              </a:rPr>
              <a:t>High concurrency can cause slower responses or “database is locked” errors.</a:t>
            </a:r>
            <a:endParaRPr>
              <a:latin typeface="Noto Serif Georgian"/>
              <a:ea typeface="Noto Serif Georgian"/>
              <a:cs typeface="Noto Serif Georgian"/>
              <a:sym typeface="Noto Serif Georgian"/>
            </a:endParaRPr>
          </a:p>
          <a:p>
            <a:pPr indent="-304800" lvl="1" marL="914400" rtl="0" algn="l">
              <a:lnSpc>
                <a:spcPct val="115000"/>
              </a:lnSpc>
              <a:spcBef>
                <a:spcPts val="0"/>
              </a:spcBef>
              <a:spcAft>
                <a:spcPts val="0"/>
              </a:spcAft>
              <a:buClr>
                <a:srgbClr val="7BB725"/>
              </a:buClr>
              <a:buSzPts val="1200"/>
              <a:buFont typeface="Noto Serif Georgian"/>
              <a:buChar char="○"/>
            </a:pPr>
            <a:r>
              <a:rPr b="1" lang="de-DE">
                <a:latin typeface="Noto Serif Georgian"/>
                <a:ea typeface="Noto Serif Georgian"/>
                <a:cs typeface="Noto Serif Georgian"/>
                <a:sym typeface="Noto Serif Georgian"/>
              </a:rPr>
              <a:t>Root cause</a:t>
            </a:r>
            <a:r>
              <a:rPr lang="de-DE">
                <a:latin typeface="Noto Serif Georgian"/>
                <a:ea typeface="Noto Serif Georgian"/>
                <a:cs typeface="Noto Serif Georgian"/>
                <a:sym typeface="Noto Serif Georgian"/>
              </a:rPr>
              <a:t>: SQLite backend limits concurrent write access.</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45720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HNSW Indexing: Uses the Hierarchical Navigable Small World algorithm, which allows for lightning-fast similarity searches by keeping data in a specific "graph" structure.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Single-Node Design: Unlike enterprise systems, it runs on a single machine. It does not support native sharding (splitting data across multiple servers).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Category	Advantages (Pros)	Disadvantages (Cons)</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Cost &amp; Setup	Free &amp; Open Source: No monthly “pod” costs (e.g., Pinecone Pricing).	Single-Node Architecture: Difficult to scale horizontally; if you outgrow one server, you must migrate.</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Speed	Great for Prototyping: Fastest way to build a working demo.	Concurrency Bottleneck: High traffic causes “database is locked” errors due to the SQLite backend.</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lang="de-DE">
                <a:latin typeface="Noto Serif Georgian"/>
                <a:ea typeface="Noto Serif Georgian"/>
                <a:cs typeface="Noto Serif Georgian"/>
                <a:sym typeface="Noto Serif Georgian"/>
              </a:rPr>
              <a:t>Performance	Local Storage: All data stays on your machine for maximum privacy.	Memory Dependency: Because of the HNSW algorithm, the entire index must fit in your System RAM.</a:t>
            </a:r>
            <a:endParaRPr>
              <a:latin typeface="Noto Serif Georgian"/>
              <a:ea typeface="Noto Serif Georgian"/>
              <a:cs typeface="Noto Serif Georgian"/>
              <a:sym typeface="Noto Serif Georgian"/>
            </a:endParaRPr>
          </a:p>
          <a:p>
            <a:pPr indent="0" lvl="0" marL="0" rtl="0" algn="l">
              <a:spcBef>
                <a:spcPts val="1000"/>
              </a:spcBef>
              <a:spcAft>
                <a:spcPts val="0"/>
              </a:spcAft>
              <a:buNone/>
            </a:pPr>
            <a:r>
              <a:rPr lang="de-DE" sz="1400">
                <a:latin typeface="Noto Serif Georgian ExtraBold"/>
                <a:ea typeface="Noto Serif Georgian ExtraBold"/>
                <a:cs typeface="Noto Serif Georgian ExtraBold"/>
                <a:sym typeface="Noto Serif Georgian ExtraBold"/>
              </a:rPr>
              <a:t>Scalable Alternatives</a:t>
            </a:r>
            <a:endParaRPr sz="1400">
              <a:latin typeface="Noto Serif Georgian ExtraBold"/>
              <a:ea typeface="Noto Serif Georgian ExtraBold"/>
              <a:cs typeface="Noto Serif Georgian ExtraBold"/>
              <a:sym typeface="Noto Serif Georgian ExtraBold"/>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Weaviate</a:t>
            </a:r>
            <a:r>
              <a:rPr lang="de-DE">
                <a:latin typeface="Noto Serif Georgian"/>
                <a:ea typeface="Noto Serif Georgian"/>
                <a:cs typeface="Noto Serif Georgian"/>
                <a:sym typeface="Noto Serif Georgian"/>
              </a:rPr>
              <a:t>: Best for enterprise-grade scalability.</a:t>
            </a:r>
            <a:endParaRPr>
              <a:latin typeface="Noto Serif Georgian"/>
              <a:ea typeface="Noto Serif Georgian"/>
              <a:cs typeface="Noto Serif Georgian"/>
              <a:sym typeface="Noto Serif Georgian"/>
            </a:endParaRPr>
          </a:p>
          <a:p>
            <a:pPr indent="-304800" lvl="0" marL="457200" rtl="0" algn="l">
              <a:spcBef>
                <a:spcPts val="1000"/>
              </a:spcBef>
              <a:spcAft>
                <a:spcPts val="0"/>
              </a:spcAft>
              <a:buClr>
                <a:schemeClr val="dk1"/>
              </a:buClr>
              <a:buSzPts val="1200"/>
              <a:buFont typeface="Noto Serif Georgian"/>
              <a:buChar char="●"/>
            </a:pPr>
            <a:r>
              <a:rPr b="1" lang="de-DE">
                <a:latin typeface="Noto Serif Georgian"/>
                <a:ea typeface="Noto Serif Georgian"/>
                <a:cs typeface="Noto Serif Georgian"/>
                <a:sym typeface="Noto Serif Georgian"/>
              </a:rPr>
              <a:t>FAISS</a:t>
            </a:r>
            <a:r>
              <a:rPr lang="de-DE">
                <a:latin typeface="Noto Serif Georgian"/>
                <a:ea typeface="Noto Serif Georgian"/>
                <a:cs typeface="Noto Serif Georgian"/>
                <a:sym typeface="Noto Serif Georgian"/>
              </a:rPr>
              <a:t>: Best for maximum raw search speed.</a:t>
            </a:r>
            <a:endParaRPr>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a:latin typeface="Noto Serif Georgian"/>
              <a:ea typeface="Noto Serif Georgian"/>
              <a:cs typeface="Noto Serif Georgian"/>
              <a:sym typeface="Noto Serif Georgian"/>
            </a:endParaRPr>
          </a:p>
          <a:p>
            <a:pPr indent="-292100" lvl="0" marL="457200" rtl="0" algn="l">
              <a:lnSpc>
                <a:spcPct val="115000"/>
              </a:lnSpc>
              <a:spcBef>
                <a:spcPts val="1000"/>
              </a:spcBef>
              <a:spcAft>
                <a:spcPts val="0"/>
              </a:spcAft>
              <a:buClr>
                <a:schemeClr val="dk1"/>
              </a:buClr>
              <a:buSzPts val="1000"/>
              <a:buFont typeface="Noto Serif Georgian"/>
              <a:buChar char="➢"/>
            </a:pPr>
            <a:r>
              <a:rPr b="1" lang="de-DE">
                <a:latin typeface="Noto Serif Georgian"/>
                <a:ea typeface="Noto Serif Georgian"/>
                <a:cs typeface="Noto Serif Georgian"/>
                <a:sym typeface="Noto Serif Georgian"/>
              </a:rPr>
              <a:t>Memory Dependency</a:t>
            </a:r>
            <a:endParaRPr b="1">
              <a:latin typeface="Noto Serif Georgian"/>
              <a:ea typeface="Noto Serif Georgian"/>
              <a:cs typeface="Noto Serif Georgian"/>
              <a:sym typeface="Noto Serif Georgian"/>
            </a:endParaRPr>
          </a:p>
          <a:p>
            <a:pPr indent="-292100" lvl="1" marL="914400" rtl="0" algn="l">
              <a:lnSpc>
                <a:spcPct val="115000"/>
              </a:lnSpc>
              <a:spcBef>
                <a:spcPts val="800"/>
              </a:spcBef>
              <a:spcAft>
                <a:spcPts val="0"/>
              </a:spcAft>
              <a:buClr>
                <a:srgbClr val="7BB725"/>
              </a:buClr>
              <a:buSzPts val="1000"/>
              <a:buFont typeface="Noto Serif Georgian"/>
              <a:buChar char="○"/>
            </a:pPr>
            <a:r>
              <a:rPr lang="de-DE">
                <a:latin typeface="Noto Serif Georgian"/>
                <a:ea typeface="Noto Serif Georgian"/>
                <a:cs typeface="Noto Serif Georgian"/>
                <a:sym typeface="Noto Serif Georgian"/>
              </a:rPr>
              <a:t>The search index must fit entirely in your system RAM. If your data grows too large for your computer's memory, performance will crash.</a:t>
            </a:r>
            <a:endParaRPr>
              <a:latin typeface="Noto Serif Georgian"/>
              <a:ea typeface="Noto Serif Georgian"/>
              <a:cs typeface="Noto Serif Georgian"/>
              <a:sym typeface="Noto Serif Georgian"/>
            </a:endParaRPr>
          </a:p>
          <a:p>
            <a:pPr indent="0" lvl="0" marL="0" rtl="0" algn="l">
              <a:lnSpc>
                <a:spcPct val="115000"/>
              </a:lnSpc>
              <a:spcBef>
                <a:spcPts val="800"/>
              </a:spcBef>
              <a:spcAft>
                <a:spcPts val="0"/>
              </a:spcAft>
              <a:buNone/>
            </a:pPr>
            <a:r>
              <a:t/>
            </a:r>
            <a:endParaRPr>
              <a:latin typeface="Noto Serif Georgian"/>
              <a:ea typeface="Noto Serif Georgian"/>
              <a:cs typeface="Noto Serif Georgian"/>
              <a:sym typeface="Noto Serif Georgian"/>
            </a:endParaRPr>
          </a:p>
          <a:p>
            <a:pPr indent="0" lvl="0" marL="0" rtl="0" algn="l">
              <a:spcBef>
                <a:spcPts val="80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1184" name="Google Shape;1184;g3cc89b60ce9_0_50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599b8f5ad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3599b8f5adb_0_2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g3599b8f5adb_0_2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599b8f5adb_0_1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de-DE" sz="1400">
                <a:latin typeface="Noto Serif Georgian"/>
                <a:ea typeface="Noto Serif Georgian"/>
                <a:cs typeface="Noto Serif Georgian"/>
                <a:sym typeface="Noto Serif Georgian"/>
              </a:rPr>
              <a:t>Future Work: Enhancing Retrieval with LlamaIndex</a:t>
            </a:r>
            <a:endParaRPr b="1" sz="1400">
              <a:latin typeface="Noto Serif Georgian"/>
              <a:ea typeface="Noto Serif Georgian"/>
              <a:cs typeface="Noto Serif Georgian"/>
              <a:sym typeface="Noto Serif Georgian"/>
            </a:endParaRPr>
          </a:p>
          <a:p>
            <a:pPr indent="0" lvl="0" marL="0" rtl="0" algn="l">
              <a:spcBef>
                <a:spcPts val="0"/>
              </a:spcBef>
              <a:spcAft>
                <a:spcPts val="0"/>
              </a:spcAft>
              <a:buClr>
                <a:schemeClr val="dk1"/>
              </a:buClr>
              <a:buSzPts val="1100"/>
              <a:buFont typeface="Arial"/>
              <a:buNone/>
            </a:pPr>
            <a:r>
              <a:t/>
            </a:r>
            <a:endParaRPr b="1" sz="1400">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rgbClr val="7BB725"/>
              </a:buClr>
              <a:buSzPts val="1800"/>
              <a:buFont typeface="Noto Serif Georgian"/>
              <a:buChar char="➢"/>
            </a:pPr>
            <a:r>
              <a:rPr lang="de-DE" sz="1400">
                <a:latin typeface="Noto Serif Georgian"/>
                <a:ea typeface="Noto Serif Georgian"/>
                <a:cs typeface="Noto Serif Georgian"/>
                <a:sym typeface="Noto Serif Georgian"/>
              </a:rPr>
              <a:t>Optimized Local RAG: Transition to LlamaIndex to leverage specialized indexing that speeds up local document processing.</a:t>
            </a:r>
            <a:endParaRPr sz="1400">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rgbClr val="7BB725"/>
              </a:buClr>
              <a:buSzPts val="1800"/>
              <a:buFont typeface="Noto Serif Georgian"/>
              <a:buChar char="➢"/>
            </a:pPr>
            <a:r>
              <a:rPr lang="de-DE" sz="1400">
                <a:latin typeface="Noto Serif Georgian"/>
                <a:ea typeface="Noto Serif Georgian"/>
                <a:cs typeface="Noto Serif Georgian"/>
                <a:sym typeface="Noto Serif Georgian"/>
              </a:rPr>
              <a:t>Improved Accuracy: Use advanced "Small-to-Big" retrieval to provide the chatbot with better context, reducing hallucinations in customer support.</a:t>
            </a:r>
            <a:endParaRPr sz="1400">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rgbClr val="7BB725"/>
              </a:buClr>
              <a:buSzPts val="1800"/>
              <a:buFont typeface="Noto Serif Georgian"/>
              <a:buChar char="➢"/>
            </a:pPr>
            <a:r>
              <a:rPr lang="de-DE" sz="1400">
                <a:latin typeface="Noto Serif Georgian"/>
                <a:ea typeface="Noto Serif Georgian"/>
                <a:cs typeface="Noto Serif Georgian"/>
                <a:sym typeface="Noto Serif Georgian"/>
              </a:rPr>
              <a:t>Expanded Data Support: Easily integrate local PDFs, FAQs, and Wiki pages using LlamaHub connectors.</a:t>
            </a:r>
            <a:endParaRPr sz="1400">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rgbClr val="7BB725"/>
              </a:buClr>
              <a:buSzPts val="1800"/>
              <a:buFont typeface="Noto Serif Georgian"/>
              <a:buChar char="➢"/>
            </a:pPr>
            <a:r>
              <a:rPr lang="de-DE" sz="1400">
                <a:latin typeface="Noto Serif Georgian"/>
                <a:ea typeface="Noto Serif Georgian"/>
                <a:cs typeface="Noto Serif Georgian"/>
                <a:sym typeface="Noto Serif Georgian"/>
              </a:rPr>
              <a:t>Hybrid Approach: Use LlamaIndex for the Knowledge Engine while keeping LangChain for Conversation Logic.</a:t>
            </a:r>
            <a:endParaRPr sz="1400">
              <a:latin typeface="Noto Serif Georgian"/>
              <a:ea typeface="Noto Serif Georgian"/>
              <a:cs typeface="Noto Serif Georgian"/>
              <a:sym typeface="Noto Serif Georgian"/>
            </a:endParaRPr>
          </a:p>
          <a:p>
            <a:pPr indent="-317500" lvl="1" marL="914400" rtl="0" algn="l">
              <a:lnSpc>
                <a:spcPct val="115000"/>
              </a:lnSpc>
              <a:spcBef>
                <a:spcPts val="0"/>
              </a:spcBef>
              <a:spcAft>
                <a:spcPts val="0"/>
              </a:spcAft>
              <a:buClr>
                <a:srgbClr val="7BB725"/>
              </a:buClr>
              <a:buSzPts val="1400"/>
              <a:buFont typeface="Noto Serif Georgian"/>
              <a:buChar char="➢"/>
            </a:pPr>
            <a:r>
              <a:t/>
            </a:r>
            <a:endParaRPr sz="1400">
              <a:latin typeface="Noto Serif Georgian"/>
              <a:ea typeface="Noto Serif Georgian"/>
              <a:cs typeface="Noto Serif Georgian"/>
              <a:sym typeface="Noto Serif Georgian"/>
            </a:endParaRPr>
          </a:p>
          <a:p>
            <a:pPr indent="0" lvl="0" marL="0" rtl="0" algn="l">
              <a:spcBef>
                <a:spcPts val="0"/>
              </a:spcBef>
              <a:spcAft>
                <a:spcPts val="0"/>
              </a:spcAft>
              <a:buNone/>
            </a:pPr>
            <a:r>
              <a:rPr lang="de-DE">
                <a:latin typeface="Arial"/>
                <a:ea typeface="Arial"/>
                <a:cs typeface="Arial"/>
                <a:sym typeface="Arial"/>
              </a:rPr>
              <a:t>"To scale this local chatbot, I plan to integrate LlamaIndex. It will act as a high-performance 'search engine' for our local documents, making customer responses faster and more precise than standard RAG."</a:t>
            </a:r>
            <a:endParaRPr>
              <a:latin typeface="Arial"/>
              <a:ea typeface="Arial"/>
              <a:cs typeface="Arial"/>
              <a:sym typeface="Arial"/>
            </a:endParaRPr>
          </a:p>
        </p:txBody>
      </p:sp>
      <p:sp>
        <p:nvSpPr>
          <p:cNvPr id="1202" name="Google Shape;1202;g3599b8f5adb_0_1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cc89b60ce9_0_1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de-DE" sz="1400">
                <a:latin typeface="Noto Serif Georgian"/>
                <a:ea typeface="Noto Serif Georgian"/>
                <a:cs typeface="Noto Serif Georgian"/>
                <a:sym typeface="Noto Serif Georgian"/>
              </a:rPr>
              <a:t>Future Work: Enhancing Retrieval with LlamaIndex</a:t>
            </a:r>
            <a:endParaRPr b="1" sz="1400">
              <a:latin typeface="Noto Serif Georgian"/>
              <a:ea typeface="Noto Serif Georgian"/>
              <a:cs typeface="Noto Serif Georgian"/>
              <a:sym typeface="Noto Serif Georgian"/>
            </a:endParaRPr>
          </a:p>
          <a:p>
            <a:pPr indent="0" lvl="0" marL="0" rtl="0" algn="l">
              <a:spcBef>
                <a:spcPts val="0"/>
              </a:spcBef>
              <a:spcAft>
                <a:spcPts val="0"/>
              </a:spcAft>
              <a:buClr>
                <a:schemeClr val="dk1"/>
              </a:buClr>
              <a:buSzPts val="1100"/>
              <a:buFont typeface="Arial"/>
              <a:buNone/>
            </a:pPr>
            <a:r>
              <a:t/>
            </a:r>
            <a:endParaRPr b="1" sz="1400">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rgbClr val="7BB725"/>
              </a:buClr>
              <a:buSzPts val="1800"/>
              <a:buFont typeface="Noto Serif Georgian"/>
              <a:buChar char="➢"/>
            </a:pPr>
            <a:r>
              <a:rPr lang="de-DE" sz="1400">
                <a:latin typeface="Noto Serif Georgian"/>
                <a:ea typeface="Noto Serif Georgian"/>
                <a:cs typeface="Noto Serif Georgian"/>
                <a:sym typeface="Noto Serif Georgian"/>
              </a:rPr>
              <a:t>Optimized Local RAG: Transition to LlamaIndex to leverage specialized indexing that speeds up local document processing.</a:t>
            </a:r>
            <a:endParaRPr sz="1400">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rgbClr val="7BB725"/>
              </a:buClr>
              <a:buSzPts val="1800"/>
              <a:buFont typeface="Noto Serif Georgian"/>
              <a:buChar char="➢"/>
            </a:pPr>
            <a:r>
              <a:rPr lang="de-DE" sz="1400">
                <a:latin typeface="Noto Serif Georgian"/>
                <a:ea typeface="Noto Serif Georgian"/>
                <a:cs typeface="Noto Serif Georgian"/>
                <a:sym typeface="Noto Serif Georgian"/>
              </a:rPr>
              <a:t>Improved Accuracy: Use advanced "Small-to-Big" retrieval to provide the chatbot with better context, reducing hallucinations in customer support.</a:t>
            </a:r>
            <a:endParaRPr sz="1400">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rgbClr val="7BB725"/>
              </a:buClr>
              <a:buSzPts val="1800"/>
              <a:buFont typeface="Noto Serif Georgian"/>
              <a:buChar char="➢"/>
            </a:pPr>
            <a:r>
              <a:rPr lang="de-DE" sz="1400">
                <a:latin typeface="Noto Serif Georgian"/>
                <a:ea typeface="Noto Serif Georgian"/>
                <a:cs typeface="Noto Serif Georgian"/>
                <a:sym typeface="Noto Serif Georgian"/>
              </a:rPr>
              <a:t>Expanded Data Support: Easily integrate local PDFs, FAQs, and Wiki pages using LlamaHub connectors.</a:t>
            </a:r>
            <a:endParaRPr sz="1400">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rgbClr val="7BB725"/>
              </a:buClr>
              <a:buSzPts val="1800"/>
              <a:buFont typeface="Noto Serif Georgian"/>
              <a:buChar char="➢"/>
            </a:pPr>
            <a:r>
              <a:rPr lang="de-DE" sz="1400">
                <a:latin typeface="Noto Serif Georgian"/>
                <a:ea typeface="Noto Serif Georgian"/>
                <a:cs typeface="Noto Serif Georgian"/>
                <a:sym typeface="Noto Serif Georgian"/>
              </a:rPr>
              <a:t>Hybrid Approach: Use LlamaIndex for the Knowledge Engine while keeping LangChain for Conversation Logic.</a:t>
            </a:r>
            <a:endParaRPr sz="1400">
              <a:latin typeface="Noto Serif Georgian"/>
              <a:ea typeface="Noto Serif Georgian"/>
              <a:cs typeface="Noto Serif Georgian"/>
              <a:sym typeface="Noto Serif Georgian"/>
            </a:endParaRPr>
          </a:p>
          <a:p>
            <a:pPr indent="-317500" lvl="1" marL="914400" rtl="0" algn="l">
              <a:lnSpc>
                <a:spcPct val="115000"/>
              </a:lnSpc>
              <a:spcBef>
                <a:spcPts val="0"/>
              </a:spcBef>
              <a:spcAft>
                <a:spcPts val="0"/>
              </a:spcAft>
              <a:buClr>
                <a:srgbClr val="7BB725"/>
              </a:buClr>
              <a:buSzPts val="1400"/>
              <a:buFont typeface="Noto Serif Georgian"/>
              <a:buChar char="➢"/>
            </a:pPr>
            <a:r>
              <a:t/>
            </a:r>
            <a:endParaRPr sz="1400">
              <a:latin typeface="Noto Serif Georgian"/>
              <a:ea typeface="Noto Serif Georgian"/>
              <a:cs typeface="Noto Serif Georgian"/>
              <a:sym typeface="Noto Serif Georgian"/>
            </a:endParaRPr>
          </a:p>
          <a:p>
            <a:pPr indent="0" lvl="0" marL="0" rtl="0" algn="l">
              <a:spcBef>
                <a:spcPts val="0"/>
              </a:spcBef>
              <a:spcAft>
                <a:spcPts val="0"/>
              </a:spcAft>
              <a:buNone/>
            </a:pPr>
            <a:r>
              <a:rPr lang="de-DE">
                <a:latin typeface="Arial"/>
                <a:ea typeface="Arial"/>
                <a:cs typeface="Arial"/>
                <a:sym typeface="Arial"/>
              </a:rPr>
              <a:t>"To scale this local chatbot, I plan to integrate LlamaIndex. It will act as a high-performance 'search engine' for our local documents, making customer responses faster and more precise than standard RAG."</a:t>
            </a:r>
            <a:endParaRPr>
              <a:latin typeface="Arial"/>
              <a:ea typeface="Arial"/>
              <a:cs typeface="Arial"/>
              <a:sym typeface="Arial"/>
            </a:endParaRPr>
          </a:p>
        </p:txBody>
      </p:sp>
      <p:sp>
        <p:nvSpPr>
          <p:cNvPr id="1210" name="Google Shape;1210;g3cc89b60ce9_0_1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8" name="Google Shape;1218;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bild" showMasterSp="0">
  <p:cSld name="Titelbild">
    <p:bg>
      <p:bgPr>
        <a:solidFill>
          <a:schemeClr val="dk2"/>
        </a:solidFill>
      </p:bgPr>
    </p:bg>
    <p:spTree>
      <p:nvGrpSpPr>
        <p:cNvPr id="49" name="Shape 49"/>
        <p:cNvGrpSpPr/>
        <p:nvPr/>
      </p:nvGrpSpPr>
      <p:grpSpPr>
        <a:xfrm>
          <a:off x="0" y="0"/>
          <a:ext cx="0" cy="0"/>
          <a:chOff x="0" y="0"/>
          <a:chExt cx="0" cy="0"/>
        </a:xfrm>
      </p:grpSpPr>
      <p:sp>
        <p:nvSpPr>
          <p:cNvPr id="50" name="Google Shape;50;p2"/>
          <p:cNvSpPr txBox="1"/>
          <p:nvPr>
            <p:ph idx="1" type="body"/>
          </p:nvPr>
        </p:nvSpPr>
        <p:spPr>
          <a:xfrm>
            <a:off x="0" y="1628776"/>
            <a:ext cx="9144000" cy="5229225"/>
          </a:xfrm>
          <a:prstGeom prst="rect">
            <a:avLst/>
          </a:prstGeom>
          <a:gradFill>
            <a:gsLst>
              <a:gs pos="0">
                <a:schemeClr val="accent4"/>
              </a:gs>
              <a:gs pos="5000">
                <a:schemeClr val="accent4"/>
              </a:gs>
              <a:gs pos="50000">
                <a:srgbClr val="7BB725">
                  <a:alpha val="49803"/>
                </a:srgbClr>
              </a:gs>
              <a:gs pos="100000">
                <a:srgbClr val="7BB725">
                  <a:alpha val="20000"/>
                </a:srgbClr>
              </a:gs>
            </a:gsLst>
            <a:lin ang="5400000" scaled="0"/>
          </a:gradFill>
          <a:ln>
            <a:noFill/>
          </a:ln>
        </p:spPr>
        <p:txBody>
          <a:bodyPr anchorCtr="0" anchor="t" bIns="0" lIns="540000" spcFirstLastPara="1" rIns="0" wrap="square" tIns="1188000">
            <a:noAutofit/>
          </a:bodyPr>
          <a:lstStyle>
            <a:lvl1pPr indent="-228600" lvl="0" marL="457200" algn="l">
              <a:lnSpc>
                <a:spcPct val="110000"/>
              </a:lnSpc>
              <a:spcBef>
                <a:spcPts val="0"/>
              </a:spcBef>
              <a:spcAft>
                <a:spcPts val="0"/>
              </a:spcAft>
              <a:buClr>
                <a:schemeClr val="lt1"/>
              </a:buClr>
              <a:buSzPts val="3000"/>
              <a:buNone/>
              <a:defRPr b="1" sz="3000">
                <a:latin typeface="Arial"/>
                <a:ea typeface="Arial"/>
                <a:cs typeface="Arial"/>
                <a:sym typeface="Aria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1" name="Google Shape;51;p2"/>
          <p:cNvSpPr/>
          <p:nvPr>
            <p:ph idx="2" type="pic"/>
          </p:nvPr>
        </p:nvSpPr>
        <p:spPr>
          <a:xfrm>
            <a:off x="0" y="1628775"/>
            <a:ext cx="9144000" cy="5229226"/>
          </a:xfrm>
          <a:prstGeom prst="rect">
            <a:avLst/>
          </a:prstGeom>
          <a:solidFill>
            <a:srgbClr val="F2F2F2"/>
          </a:solidFill>
          <a:ln>
            <a:noFill/>
          </a:ln>
        </p:spPr>
      </p:sp>
      <p:sp>
        <p:nvSpPr>
          <p:cNvPr id="52" name="Google Shape;52;p2"/>
          <p:cNvSpPr txBox="1"/>
          <p:nvPr>
            <p:ph type="title"/>
          </p:nvPr>
        </p:nvSpPr>
        <p:spPr>
          <a:xfrm>
            <a:off x="390123" y="3042516"/>
            <a:ext cx="3732625" cy="772969"/>
          </a:xfrm>
          <a:prstGeom prst="rect">
            <a:avLst/>
          </a:prstGeom>
          <a:noFill/>
          <a:ln>
            <a:noFill/>
          </a:ln>
        </p:spPr>
        <p:txBody>
          <a:bodyPr anchorCtr="0" anchor="t" bIns="0" lIns="0" spcFirstLastPara="1" rIns="0" wrap="square" tIns="0">
            <a:spAutoFit/>
          </a:bodyPr>
          <a:lstStyle>
            <a:lvl1pPr lvl="0" algn="l">
              <a:lnSpc>
                <a:spcPct val="110000"/>
              </a:lnSpc>
              <a:spcBef>
                <a:spcPts val="0"/>
              </a:spcBef>
              <a:spcAft>
                <a:spcPts val="0"/>
              </a:spcAft>
              <a:buClr>
                <a:schemeClr val="lt1"/>
              </a:buClr>
              <a:buSzPts val="4950"/>
              <a:buFont typeface="Arial"/>
              <a:buNone/>
              <a:defRPr sz="49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
          <p:cNvSpPr/>
          <p:nvPr/>
        </p:nvSpPr>
        <p:spPr>
          <a:xfrm>
            <a:off x="388800" y="1196733"/>
            <a:ext cx="8757047" cy="720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grpSp>
        <p:nvGrpSpPr>
          <p:cNvPr id="54" name="Google Shape;54;p2"/>
          <p:cNvGrpSpPr/>
          <p:nvPr/>
        </p:nvGrpSpPr>
        <p:grpSpPr>
          <a:xfrm>
            <a:off x="-292893" y="160153"/>
            <a:ext cx="250031" cy="136812"/>
            <a:chOff x="-133350" y="2711163"/>
            <a:chExt cx="333375" cy="136812"/>
          </a:xfrm>
        </p:grpSpPr>
        <p:cxnSp>
          <p:nvCxnSpPr>
            <p:cNvPr id="55" name="Google Shape;55;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6" name="Google Shape;56;p2"/>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57" name="Google Shape;57;p2"/>
          <p:cNvGrpSpPr/>
          <p:nvPr/>
        </p:nvGrpSpPr>
        <p:grpSpPr>
          <a:xfrm>
            <a:off x="-292893" y="1131703"/>
            <a:ext cx="250031" cy="136812"/>
            <a:chOff x="-133350" y="2711163"/>
            <a:chExt cx="333375" cy="136812"/>
          </a:xfrm>
        </p:grpSpPr>
        <p:cxnSp>
          <p:nvCxnSpPr>
            <p:cNvPr id="58" name="Google Shape;58;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9" name="Google Shape;59;p2"/>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60" name="Google Shape;60;p2"/>
          <p:cNvGrpSpPr/>
          <p:nvPr/>
        </p:nvGrpSpPr>
        <p:grpSpPr>
          <a:xfrm>
            <a:off x="-292893" y="1491963"/>
            <a:ext cx="250031" cy="136812"/>
            <a:chOff x="-133350" y="2711163"/>
            <a:chExt cx="333375" cy="136812"/>
          </a:xfrm>
        </p:grpSpPr>
        <p:cxnSp>
          <p:nvCxnSpPr>
            <p:cNvPr id="61" name="Google Shape;61;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2" name="Google Shape;62;p2"/>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63" name="Google Shape;63;p2"/>
          <p:cNvGrpSpPr/>
          <p:nvPr/>
        </p:nvGrpSpPr>
        <p:grpSpPr>
          <a:xfrm>
            <a:off x="-292893" y="3292188"/>
            <a:ext cx="250031" cy="136812"/>
            <a:chOff x="-133350" y="2711163"/>
            <a:chExt cx="333375" cy="136812"/>
          </a:xfrm>
        </p:grpSpPr>
        <p:cxnSp>
          <p:nvCxnSpPr>
            <p:cNvPr id="64" name="Google Shape;64;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5" name="Google Shape;65;p2"/>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66" name="Google Shape;66;p2"/>
          <p:cNvGrpSpPr/>
          <p:nvPr/>
        </p:nvGrpSpPr>
        <p:grpSpPr>
          <a:xfrm>
            <a:off x="-292893" y="6063963"/>
            <a:ext cx="250031" cy="136812"/>
            <a:chOff x="-133350" y="2711163"/>
            <a:chExt cx="333375" cy="136812"/>
          </a:xfrm>
        </p:grpSpPr>
        <p:cxnSp>
          <p:nvCxnSpPr>
            <p:cNvPr id="67" name="Google Shape;67;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8" name="Google Shape;68;p2"/>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69" name="Google Shape;69;p2"/>
          <p:cNvGrpSpPr/>
          <p:nvPr/>
        </p:nvGrpSpPr>
        <p:grpSpPr>
          <a:xfrm>
            <a:off x="-292893" y="6495763"/>
            <a:ext cx="250031" cy="136812"/>
            <a:chOff x="-133350" y="2711163"/>
            <a:chExt cx="333375" cy="136812"/>
          </a:xfrm>
        </p:grpSpPr>
        <p:cxnSp>
          <p:nvCxnSpPr>
            <p:cNvPr id="70" name="Google Shape;70;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1" name="Google Shape;71;p2"/>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72" name="Google Shape;72;p2"/>
          <p:cNvGrpSpPr/>
          <p:nvPr/>
        </p:nvGrpSpPr>
        <p:grpSpPr>
          <a:xfrm rot="-5400000">
            <a:off x="169567" y="-282035"/>
            <a:ext cx="333375" cy="102606"/>
            <a:chOff x="-133350" y="2711167"/>
            <a:chExt cx="333375" cy="136808"/>
          </a:xfrm>
        </p:grpSpPr>
        <p:cxnSp>
          <p:nvCxnSpPr>
            <p:cNvPr id="73" name="Google Shape;73;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4" name="Google Shape;74;p2"/>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75" name="Google Shape;75;p2"/>
          <p:cNvGrpSpPr/>
          <p:nvPr/>
        </p:nvGrpSpPr>
        <p:grpSpPr>
          <a:xfrm rot="-5400000">
            <a:off x="4273057" y="-282036"/>
            <a:ext cx="333375" cy="102603"/>
            <a:chOff x="-133350" y="2711171"/>
            <a:chExt cx="333375" cy="136804"/>
          </a:xfrm>
        </p:grpSpPr>
        <p:cxnSp>
          <p:nvCxnSpPr>
            <p:cNvPr id="76" name="Google Shape;76;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7" name="Google Shape;77;p2"/>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78" name="Google Shape;78;p2"/>
          <p:cNvGrpSpPr/>
          <p:nvPr/>
        </p:nvGrpSpPr>
        <p:grpSpPr>
          <a:xfrm>
            <a:off x="4652949" y="-397423"/>
            <a:ext cx="93680" cy="333375"/>
            <a:chOff x="6416680" y="-397423"/>
            <a:chExt cx="124907" cy="333375"/>
          </a:xfrm>
        </p:grpSpPr>
        <p:cxnSp>
          <p:nvCxnSpPr>
            <p:cNvPr id="79" name="Google Shape;79;p2"/>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0" name="Google Shape;80;p2"/>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81" name="Google Shape;81;p2"/>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82" name="Google Shape;82;p2"/>
          <p:cNvGrpSpPr/>
          <p:nvPr/>
        </p:nvGrpSpPr>
        <p:grpSpPr>
          <a:xfrm rot="-5400000">
            <a:off x="8543829" y="-282039"/>
            <a:ext cx="333375" cy="102600"/>
            <a:chOff x="-133350" y="2711175"/>
            <a:chExt cx="333375" cy="136800"/>
          </a:xfrm>
        </p:grpSpPr>
        <p:cxnSp>
          <p:nvCxnSpPr>
            <p:cNvPr id="83" name="Google Shape;83;p2"/>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4" name="Google Shape;84;p2"/>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85" name="Google Shape;85;p2"/>
          <p:cNvSpPr/>
          <p:nvPr/>
        </p:nvSpPr>
        <p:spPr>
          <a:xfrm>
            <a:off x="7352747" y="300703"/>
            <a:ext cx="1403903" cy="535987"/>
          </a:xfrm>
          <a:custGeom>
            <a:rect b="b" l="l" r="r" t="t"/>
            <a:pathLst>
              <a:path extrusionOk="0" h="556225" w="1456912">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86" name="Google Shape;86;p2"/>
          <p:cNvGrpSpPr/>
          <p:nvPr/>
        </p:nvGrpSpPr>
        <p:grpSpPr>
          <a:xfrm>
            <a:off x="387350" y="293688"/>
            <a:ext cx="2623087" cy="328167"/>
            <a:chOff x="2178367" y="2525076"/>
            <a:chExt cx="7773351" cy="972503"/>
          </a:xfrm>
        </p:grpSpPr>
        <p:sp>
          <p:nvSpPr>
            <p:cNvPr id="87" name="Google Shape;87;p2"/>
            <p:cNvSpPr/>
            <p:nvPr/>
          </p:nvSpPr>
          <p:spPr>
            <a:xfrm>
              <a:off x="2178367" y="2545079"/>
              <a:ext cx="232409" cy="369569"/>
            </a:xfrm>
            <a:custGeom>
              <a:rect b="b" l="l" r="r" t="t"/>
              <a:pathLst>
                <a:path extrusionOk="0" h="369569" w="232409">
                  <a:moveTo>
                    <a:pt x="232410" y="60960"/>
                  </a:moveTo>
                  <a:lnTo>
                    <a:pt x="65722" y="60960"/>
                  </a:lnTo>
                  <a:lnTo>
                    <a:pt x="65722" y="152400"/>
                  </a:lnTo>
                  <a:lnTo>
                    <a:pt x="189547" y="152400"/>
                  </a:lnTo>
                  <a:lnTo>
                    <a:pt x="189547" y="212408"/>
                  </a:lnTo>
                  <a:lnTo>
                    <a:pt x="65722" y="212408"/>
                  </a:lnTo>
                  <a:lnTo>
                    <a:pt x="65722" y="369570"/>
                  </a:lnTo>
                  <a:lnTo>
                    <a:pt x="0" y="369570"/>
                  </a:lnTo>
                  <a:lnTo>
                    <a:pt x="0" y="0"/>
                  </a:lnTo>
                  <a:lnTo>
                    <a:pt x="231458" y="0"/>
                  </a:lnTo>
                  <a:lnTo>
                    <a:pt x="231458" y="6096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88" name="Google Shape;88;p2"/>
            <p:cNvSpPr/>
            <p:nvPr/>
          </p:nvSpPr>
          <p:spPr>
            <a:xfrm>
              <a:off x="2446972"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89" name="Google Shape;89;p2"/>
            <p:cNvSpPr/>
            <p:nvPr/>
          </p:nvSpPr>
          <p:spPr>
            <a:xfrm>
              <a:off x="2651759"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0" name="Google Shape;90;p2"/>
            <p:cNvSpPr/>
            <p:nvPr/>
          </p:nvSpPr>
          <p:spPr>
            <a:xfrm>
              <a:off x="2787966" y="2641281"/>
              <a:ext cx="242887" cy="279082"/>
            </a:xfrm>
            <a:custGeom>
              <a:rect b="b" l="l" r="r" t="t"/>
              <a:pathLst>
                <a:path extrusionOk="0" h="279082" w="242887">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91" name="Google Shape;91;p2"/>
            <p:cNvSpPr/>
            <p:nvPr/>
          </p:nvSpPr>
          <p:spPr>
            <a:xfrm>
              <a:off x="3086099" y="2525076"/>
              <a:ext cx="248602" cy="396239"/>
            </a:xfrm>
            <a:custGeom>
              <a:rect b="b" l="l" r="r" t="t"/>
              <a:pathLst>
                <a:path extrusionOk="0" h="396239" w="248602">
                  <a:moveTo>
                    <a:pt x="0" y="255270"/>
                  </a:moveTo>
                  <a:cubicBezTo>
                    <a:pt x="0" y="169545"/>
                    <a:pt x="43815" y="116205"/>
                    <a:pt x="108585" y="116205"/>
                  </a:cubicBezTo>
                  <a:cubicBezTo>
                    <a:pt x="141922" y="116205"/>
                    <a:pt x="168592" y="130493"/>
                    <a:pt x="185738" y="152400"/>
                  </a:cubicBezTo>
                  <a:lnTo>
                    <a:pt x="186690" y="152400"/>
                  </a:lnTo>
                  <a:lnTo>
                    <a:pt x="186690" y="15240"/>
                  </a:lnTo>
                  <a:lnTo>
                    <a:pt x="248603" y="0"/>
                  </a:lnTo>
                  <a:lnTo>
                    <a:pt x="248603"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92" name="Google Shape;92;p2"/>
            <p:cNvSpPr/>
            <p:nvPr/>
          </p:nvSpPr>
          <p:spPr>
            <a:xfrm>
              <a:off x="3417569" y="2641039"/>
              <a:ext cx="160020" cy="272657"/>
            </a:xfrm>
            <a:custGeom>
              <a:rect b="b" l="l" r="r" t="t"/>
              <a:pathLst>
                <a:path extrusionOk="0" h="272657" w="16002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93" name="Google Shape;93;p2"/>
            <p:cNvSpPr/>
            <p:nvPr/>
          </p:nvSpPr>
          <p:spPr>
            <a:xfrm>
              <a:off x="3622357" y="2528887"/>
              <a:ext cx="79057" cy="384810"/>
            </a:xfrm>
            <a:custGeom>
              <a:rect b="b" l="l" r="r" t="t"/>
              <a:pathLst>
                <a:path extrusionOk="0" h="384810" w="79057">
                  <a:moveTo>
                    <a:pt x="79058" y="38100"/>
                  </a:moveTo>
                  <a:cubicBezTo>
                    <a:pt x="79058" y="60007"/>
                    <a:pt x="60960" y="76200"/>
                    <a:pt x="39052" y="76200"/>
                  </a:cubicBezTo>
                  <a:cubicBezTo>
                    <a:pt x="17145" y="76200"/>
                    <a:pt x="0" y="60960"/>
                    <a:pt x="0" y="38100"/>
                  </a:cubicBezTo>
                  <a:cubicBezTo>
                    <a:pt x="0" y="16193"/>
                    <a:pt x="18097" y="0"/>
                    <a:pt x="39052" y="0"/>
                  </a:cubicBezTo>
                  <a:cubicBezTo>
                    <a:pt x="60960" y="0"/>
                    <a:pt x="79058" y="16193"/>
                    <a:pt x="79058"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 name="Google Shape;94;p2"/>
            <p:cNvSpPr/>
            <p:nvPr/>
          </p:nvSpPr>
          <p:spPr>
            <a:xfrm>
              <a:off x="3759516" y="2640329"/>
              <a:ext cx="224790" cy="280034"/>
            </a:xfrm>
            <a:custGeom>
              <a:rect b="b" l="l" r="r" t="t"/>
              <a:pathLst>
                <a:path extrusionOk="0" h="280034" w="22479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 name="Google Shape;95;p2"/>
            <p:cNvSpPr/>
            <p:nvPr/>
          </p:nvSpPr>
          <p:spPr>
            <a:xfrm>
              <a:off x="4038599" y="2525076"/>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 name="Google Shape;96;p2"/>
            <p:cNvSpPr/>
            <p:nvPr/>
          </p:nvSpPr>
          <p:spPr>
            <a:xfrm>
              <a:off x="4338637" y="2721291"/>
              <a:ext cx="130492" cy="59055"/>
            </a:xfrm>
            <a:custGeom>
              <a:rect b="b" l="l" r="r" t="t"/>
              <a:pathLst>
                <a:path extrusionOk="0" h="59055" w="130492">
                  <a:moveTo>
                    <a:pt x="130493" y="59055"/>
                  </a:moveTo>
                  <a:lnTo>
                    <a:pt x="0" y="59055"/>
                  </a:lnTo>
                  <a:lnTo>
                    <a:pt x="0" y="0"/>
                  </a:lnTo>
                  <a:lnTo>
                    <a:pt x="130493" y="0"/>
                  </a:lnTo>
                  <a:lnTo>
                    <a:pt x="130493"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 name="Google Shape;97;p2"/>
            <p:cNvSpPr/>
            <p:nvPr/>
          </p:nvSpPr>
          <p:spPr>
            <a:xfrm>
              <a:off x="4502467" y="2545079"/>
              <a:ext cx="342900" cy="368617"/>
            </a:xfrm>
            <a:custGeom>
              <a:rect b="b" l="l" r="r" t="t"/>
              <a:pathLst>
                <a:path extrusionOk="0" h="368617" w="342900">
                  <a:moveTo>
                    <a:pt x="136207" y="0"/>
                  </a:moveTo>
                  <a:lnTo>
                    <a:pt x="205740" y="0"/>
                  </a:lnTo>
                  <a:lnTo>
                    <a:pt x="342900" y="368618"/>
                  </a:lnTo>
                  <a:lnTo>
                    <a:pt x="271463" y="368618"/>
                  </a:lnTo>
                  <a:lnTo>
                    <a:pt x="244792" y="290512"/>
                  </a:lnTo>
                  <a:lnTo>
                    <a:pt x="96202" y="290512"/>
                  </a:lnTo>
                  <a:lnTo>
                    <a:pt x="69532" y="368618"/>
                  </a:lnTo>
                  <a:lnTo>
                    <a:pt x="0" y="368618"/>
                  </a:lnTo>
                  <a:lnTo>
                    <a:pt x="136207" y="0"/>
                  </a:lnTo>
                  <a:close/>
                  <a:moveTo>
                    <a:pt x="116205" y="231458"/>
                  </a:moveTo>
                  <a:lnTo>
                    <a:pt x="223838" y="231458"/>
                  </a:lnTo>
                  <a:lnTo>
                    <a:pt x="170497" y="75247"/>
                  </a:lnTo>
                  <a:lnTo>
                    <a:pt x="169545" y="75247"/>
                  </a:lnTo>
                  <a:lnTo>
                    <a:pt x="116205" y="231458"/>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8" name="Google Shape;98;p2"/>
            <p:cNvSpPr/>
            <p:nvPr/>
          </p:nvSpPr>
          <p:spPr>
            <a:xfrm>
              <a:off x="4900612" y="2525076"/>
              <a:ext cx="61912" cy="388620"/>
            </a:xfrm>
            <a:custGeom>
              <a:rect b="b" l="l" r="r" t="t"/>
              <a:pathLst>
                <a:path extrusionOk="0" h="388620" w="61912">
                  <a:moveTo>
                    <a:pt x="61913" y="388620"/>
                  </a:moveTo>
                  <a:lnTo>
                    <a:pt x="0" y="388620"/>
                  </a:lnTo>
                  <a:lnTo>
                    <a:pt x="0" y="14288"/>
                  </a:lnTo>
                  <a:lnTo>
                    <a:pt x="61913" y="0"/>
                  </a:lnTo>
                  <a:lnTo>
                    <a:pt x="61913"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9" name="Google Shape;99;p2"/>
            <p:cNvSpPr/>
            <p:nvPr/>
          </p:nvSpPr>
          <p:spPr>
            <a:xfrm>
              <a:off x="502919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0" name="Google Shape;100;p2"/>
            <p:cNvSpPr/>
            <p:nvPr/>
          </p:nvSpPr>
          <p:spPr>
            <a:xfrm>
              <a:off x="5306377" y="2646997"/>
              <a:ext cx="255269" cy="266700"/>
            </a:xfrm>
            <a:custGeom>
              <a:rect b="b" l="l" r="r" t="t"/>
              <a:pathLst>
                <a:path extrusionOk="0" h="266700" w="255269">
                  <a:moveTo>
                    <a:pt x="255270" y="266700"/>
                  </a:moveTo>
                  <a:lnTo>
                    <a:pt x="183832" y="266700"/>
                  </a:lnTo>
                  <a:lnTo>
                    <a:pt x="126682" y="174307"/>
                  </a:lnTo>
                  <a:lnTo>
                    <a:pt x="125730" y="174307"/>
                  </a:lnTo>
                  <a:lnTo>
                    <a:pt x="70485" y="266700"/>
                  </a:lnTo>
                  <a:lnTo>
                    <a:pt x="0" y="266700"/>
                  </a:lnTo>
                  <a:lnTo>
                    <a:pt x="91440" y="128588"/>
                  </a:lnTo>
                  <a:lnTo>
                    <a:pt x="6667" y="0"/>
                  </a:lnTo>
                  <a:lnTo>
                    <a:pt x="77153" y="0"/>
                  </a:lnTo>
                  <a:lnTo>
                    <a:pt x="127635" y="81915"/>
                  </a:lnTo>
                  <a:lnTo>
                    <a:pt x="128588" y="81915"/>
                  </a:lnTo>
                  <a:lnTo>
                    <a:pt x="178117" y="0"/>
                  </a:lnTo>
                  <a:lnTo>
                    <a:pt x="247650" y="0"/>
                  </a:lnTo>
                  <a:lnTo>
                    <a:pt x="163830" y="127635"/>
                  </a:lnTo>
                  <a:lnTo>
                    <a:pt x="255270" y="26670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1" name="Google Shape;101;p2"/>
            <p:cNvSpPr/>
            <p:nvPr/>
          </p:nvSpPr>
          <p:spPr>
            <a:xfrm>
              <a:off x="5594967" y="2641281"/>
              <a:ext cx="225759" cy="279082"/>
            </a:xfrm>
            <a:custGeom>
              <a:rect b="b" l="l" r="r" t="t"/>
              <a:pathLst>
                <a:path extrusionOk="0" h="279082" w="225759">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5735"/>
                    <a:pt x="59072" y="193358"/>
                  </a:cubicBezTo>
                  <a:cubicBezTo>
                    <a:pt x="59072" y="217170"/>
                    <a:pt x="76217" y="232410"/>
                    <a:pt x="103839" y="23241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2" name="Google Shape;102;p2"/>
            <p:cNvSpPr/>
            <p:nvPr/>
          </p:nvSpPr>
          <p:spPr>
            <a:xfrm>
              <a:off x="5900737"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3" name="Google Shape;103;p2"/>
            <p:cNvSpPr/>
            <p:nvPr/>
          </p:nvSpPr>
          <p:spPr>
            <a:xfrm>
              <a:off x="6195059" y="2525076"/>
              <a:ext cx="248602" cy="396239"/>
            </a:xfrm>
            <a:custGeom>
              <a:rect b="b" l="l" r="r" t="t"/>
              <a:pathLst>
                <a:path extrusionOk="0" h="396239" w="248602">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4" name="Google Shape;104;p2"/>
            <p:cNvSpPr/>
            <p:nvPr/>
          </p:nvSpPr>
          <p:spPr>
            <a:xfrm>
              <a:off x="651128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7" y="53340"/>
                    <a:pt x="242887" y="135255"/>
                  </a:cubicBezTo>
                  <a:cubicBezTo>
                    <a:pt x="242887" y="143828"/>
                    <a:pt x="241935" y="153353"/>
                    <a:pt x="241935" y="160972"/>
                  </a:cubicBezTo>
                  <a:lnTo>
                    <a:pt x="62865" y="160972"/>
                  </a:lnTo>
                  <a:cubicBezTo>
                    <a:pt x="69532" y="201930"/>
                    <a:pt x="94297" y="225743"/>
                    <a:pt x="132397" y="225743"/>
                  </a:cubicBezTo>
                  <a:cubicBezTo>
                    <a:pt x="157162" y="225743"/>
                    <a:pt x="177165" y="216218"/>
                    <a:pt x="198120" y="194310"/>
                  </a:cubicBezTo>
                  <a:lnTo>
                    <a:pt x="237172" y="235268"/>
                  </a:lnTo>
                  <a:cubicBezTo>
                    <a:pt x="206692" y="264795"/>
                    <a:pt x="172403" y="279083"/>
                    <a:pt x="132397" y="279083"/>
                  </a:cubicBezTo>
                  <a:close/>
                  <a:moveTo>
                    <a:pt x="62865" y="115253"/>
                  </a:moveTo>
                  <a:lnTo>
                    <a:pt x="183833" y="115253"/>
                  </a:lnTo>
                  <a:cubicBezTo>
                    <a:pt x="180975" y="74295"/>
                    <a:pt x="160020" y="50482"/>
                    <a:pt x="124778" y="50482"/>
                  </a:cubicBezTo>
                  <a:cubicBezTo>
                    <a:pt x="90488" y="50482"/>
                    <a:pt x="67628"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5" name="Google Shape;105;p2"/>
            <p:cNvSpPr/>
            <p:nvPr/>
          </p:nvSpPr>
          <p:spPr>
            <a:xfrm>
              <a:off x="6824662" y="2641039"/>
              <a:ext cx="160019" cy="272657"/>
            </a:xfrm>
            <a:custGeom>
              <a:rect b="b" l="l" r="r" t="t"/>
              <a:pathLst>
                <a:path extrusionOk="0" h="272657" w="160019">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6" name="Google Shape;106;p2"/>
            <p:cNvSpPr/>
            <p:nvPr/>
          </p:nvSpPr>
          <p:spPr>
            <a:xfrm>
              <a:off x="7023734" y="2721291"/>
              <a:ext cx="130492" cy="59055"/>
            </a:xfrm>
            <a:custGeom>
              <a:rect b="b" l="l" r="r" t="t"/>
              <a:pathLst>
                <a:path extrusionOk="0" h="59055" w="130492">
                  <a:moveTo>
                    <a:pt x="130492" y="59055"/>
                  </a:moveTo>
                  <a:lnTo>
                    <a:pt x="0" y="59055"/>
                  </a:lnTo>
                  <a:lnTo>
                    <a:pt x="0" y="0"/>
                  </a:lnTo>
                  <a:lnTo>
                    <a:pt x="130492" y="0"/>
                  </a:lnTo>
                  <a:lnTo>
                    <a:pt x="130492"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7" name="Google Shape;107;p2"/>
            <p:cNvSpPr/>
            <p:nvPr/>
          </p:nvSpPr>
          <p:spPr>
            <a:xfrm>
              <a:off x="7233284" y="2545079"/>
              <a:ext cx="288607" cy="375284"/>
            </a:xfrm>
            <a:custGeom>
              <a:rect b="b" l="l" r="r" t="t"/>
              <a:pathLst>
                <a:path extrusionOk="0" h="375284" w="288607">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8" name="Google Shape;108;p2"/>
            <p:cNvSpPr/>
            <p:nvPr/>
          </p:nvSpPr>
          <p:spPr>
            <a:xfrm>
              <a:off x="7605712"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9" name="Google Shape;109;p2"/>
            <p:cNvSpPr/>
            <p:nvPr/>
          </p:nvSpPr>
          <p:spPr>
            <a:xfrm>
              <a:off x="790479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2"/>
            <p:cNvSpPr/>
            <p:nvPr/>
          </p:nvSpPr>
          <p:spPr>
            <a:xfrm>
              <a:off x="8027669" y="2647949"/>
              <a:ext cx="259080" cy="266700"/>
            </a:xfrm>
            <a:custGeom>
              <a:rect b="b" l="l" r="r" t="t"/>
              <a:pathLst>
                <a:path extrusionOk="0" h="266700" w="25908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2"/>
            <p:cNvSpPr/>
            <p:nvPr/>
          </p:nvSpPr>
          <p:spPr>
            <a:xfrm>
              <a:off x="8315324" y="2641281"/>
              <a:ext cx="242887" cy="279082"/>
            </a:xfrm>
            <a:custGeom>
              <a:rect b="b" l="l" r="r" t="t"/>
              <a:pathLst>
                <a:path extrusionOk="0" h="279082" w="242887">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2" y="115253"/>
                  </a:lnTo>
                  <a:cubicBezTo>
                    <a:pt x="180975" y="74295"/>
                    <a:pt x="160020" y="50482"/>
                    <a:pt x="124777"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2"/>
            <p:cNvSpPr/>
            <p:nvPr/>
          </p:nvSpPr>
          <p:spPr>
            <a:xfrm>
              <a:off x="8628697"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3" name="Google Shape;113;p2"/>
            <p:cNvSpPr/>
            <p:nvPr/>
          </p:nvSpPr>
          <p:spPr>
            <a:xfrm>
              <a:off x="8818244" y="2640329"/>
              <a:ext cx="205740" cy="280034"/>
            </a:xfrm>
            <a:custGeom>
              <a:rect b="b" l="l" r="r" t="t"/>
              <a:pathLst>
                <a:path extrusionOk="0" h="280034" w="205740">
                  <a:moveTo>
                    <a:pt x="29528" y="198120"/>
                  </a:moveTo>
                  <a:cubicBezTo>
                    <a:pt x="56198" y="218122"/>
                    <a:pt x="80963" y="227647"/>
                    <a:pt x="104775" y="227647"/>
                  </a:cubicBezTo>
                  <a:cubicBezTo>
                    <a:pt x="127635" y="227647"/>
                    <a:pt x="143828" y="217170"/>
                    <a:pt x="143828" y="200978"/>
                  </a:cubicBezTo>
                  <a:cubicBezTo>
                    <a:pt x="143828" y="155258"/>
                    <a:pt x="10478" y="171450"/>
                    <a:pt x="10478" y="82868"/>
                  </a:cubicBezTo>
                  <a:cubicBezTo>
                    <a:pt x="10478" y="33338"/>
                    <a:pt x="51435" y="0"/>
                    <a:pt x="111443" y="0"/>
                  </a:cubicBezTo>
                  <a:cubicBezTo>
                    <a:pt x="143828"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8" y="280035"/>
                    <a:pt x="31432" y="268605"/>
                    <a:pt x="0" y="247650"/>
                  </a:cubicBezTo>
                  <a:lnTo>
                    <a:pt x="29528" y="1981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4" name="Google Shape;114;p2"/>
            <p:cNvSpPr/>
            <p:nvPr/>
          </p:nvSpPr>
          <p:spPr>
            <a:xfrm>
              <a:off x="908208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5" name="Google Shape;115;p2"/>
            <p:cNvSpPr/>
            <p:nvPr/>
          </p:nvSpPr>
          <p:spPr>
            <a:xfrm>
              <a:off x="9205912"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6" name="Google Shape;116;p2"/>
            <p:cNvSpPr/>
            <p:nvPr/>
          </p:nvSpPr>
          <p:spPr>
            <a:xfrm>
              <a:off x="9420224" y="2533649"/>
              <a:ext cx="225742" cy="386714"/>
            </a:xfrm>
            <a:custGeom>
              <a:rect b="b" l="l" r="r" t="t"/>
              <a:pathLst>
                <a:path extrusionOk="0" h="386714" w="225742">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2" y="340042"/>
                    <a:pt x="147638" y="328613"/>
                    <a:pt x="164782" y="307658"/>
                  </a:cubicBezTo>
                  <a:lnTo>
                    <a:pt x="164782" y="261938"/>
                  </a:lnTo>
                  <a:cubicBezTo>
                    <a:pt x="150495" y="258127"/>
                    <a:pt x="135255" y="257175"/>
                    <a:pt x="120968" y="257175"/>
                  </a:cubicBezTo>
                  <a:cubicBezTo>
                    <a:pt x="81915" y="257175"/>
                    <a:pt x="59055" y="273367"/>
                    <a:pt x="59055" y="300990"/>
                  </a:cubicBezTo>
                  <a:cubicBezTo>
                    <a:pt x="59055" y="324803"/>
                    <a:pt x="77152" y="340042"/>
                    <a:pt x="103823" y="340042"/>
                  </a:cubicBezTo>
                  <a:close/>
                  <a:moveTo>
                    <a:pt x="172402" y="72390"/>
                  </a:moveTo>
                  <a:cubicBezTo>
                    <a:pt x="152400" y="72390"/>
                    <a:pt x="135255" y="55245"/>
                    <a:pt x="135255" y="36195"/>
                  </a:cubicBezTo>
                  <a:cubicBezTo>
                    <a:pt x="135255" y="17145"/>
                    <a:pt x="152400" y="0"/>
                    <a:pt x="172402" y="0"/>
                  </a:cubicBezTo>
                  <a:cubicBezTo>
                    <a:pt x="192405" y="0"/>
                    <a:pt x="209550" y="17145"/>
                    <a:pt x="209550" y="36195"/>
                  </a:cubicBezTo>
                  <a:cubicBezTo>
                    <a:pt x="209550" y="56198"/>
                    <a:pt x="192405" y="72390"/>
                    <a:pt x="172402" y="7239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2"/>
            <p:cNvSpPr/>
            <p:nvPr/>
          </p:nvSpPr>
          <p:spPr>
            <a:xfrm>
              <a:off x="9694544"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8" name="Google Shape;118;p2"/>
            <p:cNvSpPr/>
            <p:nvPr/>
          </p:nvSpPr>
          <p:spPr>
            <a:xfrm>
              <a:off x="2179319" y="3121341"/>
              <a:ext cx="292417" cy="369570"/>
            </a:xfrm>
            <a:custGeom>
              <a:rect b="b" l="l" r="r" t="t"/>
              <a:pathLst>
                <a:path extrusionOk="0" h="369570" w="292417">
                  <a:moveTo>
                    <a:pt x="0" y="0"/>
                  </a:moveTo>
                  <a:lnTo>
                    <a:pt x="66675" y="0"/>
                  </a:lnTo>
                  <a:lnTo>
                    <a:pt x="230505" y="257175"/>
                  </a:lnTo>
                  <a:lnTo>
                    <a:pt x="231458" y="257175"/>
                  </a:lnTo>
                  <a:lnTo>
                    <a:pt x="229553" y="0"/>
                  </a:lnTo>
                  <a:lnTo>
                    <a:pt x="292418" y="0"/>
                  </a:lnTo>
                  <a:lnTo>
                    <a:pt x="292418" y="368617"/>
                  </a:lnTo>
                  <a:lnTo>
                    <a:pt x="227647" y="368617"/>
                  </a:lnTo>
                  <a:lnTo>
                    <a:pt x="63818" y="110490"/>
                  </a:lnTo>
                  <a:lnTo>
                    <a:pt x="62865" y="110490"/>
                  </a:lnTo>
                  <a:lnTo>
                    <a:pt x="63818" y="369570"/>
                  </a:lnTo>
                  <a:lnTo>
                    <a:pt x="0" y="36957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9" name="Google Shape;119;p2"/>
            <p:cNvSpPr/>
            <p:nvPr/>
          </p:nvSpPr>
          <p:spPr>
            <a:xfrm>
              <a:off x="2543174"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7" y="52388"/>
                  </a:cubicBezTo>
                  <a:cubicBezTo>
                    <a:pt x="83820" y="52388"/>
                    <a:pt x="60008" y="57150"/>
                    <a:pt x="38100" y="67627"/>
                  </a:cubicBezTo>
                  <a:lnTo>
                    <a:pt x="24765" y="15240"/>
                  </a:lnTo>
                  <a:cubicBezTo>
                    <a:pt x="49530" y="5715"/>
                    <a:pt x="81915" y="0"/>
                    <a:pt x="112395" y="0"/>
                  </a:cubicBezTo>
                  <a:cubicBezTo>
                    <a:pt x="187642" y="0"/>
                    <a:pt x="225742" y="35242"/>
                    <a:pt x="225742" y="102870"/>
                  </a:cubicBezTo>
                  <a:lnTo>
                    <a:pt x="225742"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3" y="232410"/>
                  </a:moveTo>
                  <a:cubicBezTo>
                    <a:pt x="126683" y="232410"/>
                    <a:pt x="147638" y="220980"/>
                    <a:pt x="164783" y="200025"/>
                  </a:cubicBezTo>
                  <a:lnTo>
                    <a:pt x="164783" y="153352"/>
                  </a:lnTo>
                  <a:cubicBezTo>
                    <a:pt x="150495" y="149542"/>
                    <a:pt x="135255" y="148590"/>
                    <a:pt x="120967" y="148590"/>
                  </a:cubicBezTo>
                  <a:cubicBezTo>
                    <a:pt x="81915" y="148590"/>
                    <a:pt x="59055" y="164783"/>
                    <a:pt x="59055" y="192405"/>
                  </a:cubicBezTo>
                  <a:cubicBezTo>
                    <a:pt x="59055" y="217170"/>
                    <a:pt x="76200" y="232410"/>
                    <a:pt x="103823"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0" name="Google Shape;120;p2"/>
            <p:cNvSpPr/>
            <p:nvPr/>
          </p:nvSpPr>
          <p:spPr>
            <a:xfrm>
              <a:off x="281749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1" name="Google Shape;121;p2"/>
            <p:cNvSpPr/>
            <p:nvPr/>
          </p:nvSpPr>
          <p:spPr>
            <a:xfrm>
              <a:off x="3038474"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8" y="273367"/>
                  </a:cubicBezTo>
                  <a:cubicBezTo>
                    <a:pt x="44767"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2" name="Google Shape;122;p2"/>
            <p:cNvSpPr/>
            <p:nvPr/>
          </p:nvSpPr>
          <p:spPr>
            <a:xfrm>
              <a:off x="3348989" y="3216591"/>
              <a:ext cx="160019" cy="273367"/>
            </a:xfrm>
            <a:custGeom>
              <a:rect b="b" l="l" r="r" t="t"/>
              <a:pathLst>
                <a:path extrusionOk="0" h="273367" w="160019">
                  <a:moveTo>
                    <a:pt x="160020" y="5715"/>
                  </a:moveTo>
                  <a:lnTo>
                    <a:pt x="150495" y="69533"/>
                  </a:lnTo>
                  <a:cubicBezTo>
                    <a:pt x="140970" y="64770"/>
                    <a:pt x="129540" y="60960"/>
                    <a:pt x="116205" y="60960"/>
                  </a:cubicBezTo>
                  <a:cubicBezTo>
                    <a:pt x="73342" y="60960"/>
                    <a:pt x="61913" y="95250"/>
                    <a:pt x="61913" y="136208"/>
                  </a:cubicBezTo>
                  <a:lnTo>
                    <a:pt x="61913" y="273367"/>
                  </a:lnTo>
                  <a:lnTo>
                    <a:pt x="0" y="273367"/>
                  </a:lnTo>
                  <a:lnTo>
                    <a:pt x="0" y="6668"/>
                  </a:lnTo>
                  <a:lnTo>
                    <a:pt x="60960" y="6668"/>
                  </a:lnTo>
                  <a:lnTo>
                    <a:pt x="60960" y="40005"/>
                  </a:lnTo>
                  <a:lnTo>
                    <a:pt x="61913" y="40005"/>
                  </a:lnTo>
                  <a:cubicBezTo>
                    <a:pt x="76200" y="15240"/>
                    <a:pt x="100965" y="0"/>
                    <a:pt x="131445" y="0"/>
                  </a:cubicBezTo>
                  <a:cubicBezTo>
                    <a:pt x="139065" y="0"/>
                    <a:pt x="150495" y="1905"/>
                    <a:pt x="160020" y="57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2"/>
            <p:cNvSpPr/>
            <p:nvPr/>
          </p:nvSpPr>
          <p:spPr>
            <a:xfrm>
              <a:off x="3548062" y="3224212"/>
              <a:ext cx="376237" cy="266700"/>
            </a:xfrm>
            <a:custGeom>
              <a:rect b="b" l="l" r="r" t="t"/>
              <a:pathLst>
                <a:path extrusionOk="0" h="266700" w="376237">
                  <a:moveTo>
                    <a:pt x="376238" y="0"/>
                  </a:moveTo>
                  <a:lnTo>
                    <a:pt x="297180" y="266700"/>
                  </a:lnTo>
                  <a:lnTo>
                    <a:pt x="237172" y="266700"/>
                  </a:lnTo>
                  <a:lnTo>
                    <a:pt x="188595" y="81915"/>
                  </a:lnTo>
                  <a:lnTo>
                    <a:pt x="187642" y="81915"/>
                  </a:lnTo>
                  <a:lnTo>
                    <a:pt x="139065" y="266700"/>
                  </a:lnTo>
                  <a:lnTo>
                    <a:pt x="79058" y="266700"/>
                  </a:lnTo>
                  <a:lnTo>
                    <a:pt x="0" y="0"/>
                  </a:lnTo>
                  <a:lnTo>
                    <a:pt x="65722" y="0"/>
                  </a:lnTo>
                  <a:lnTo>
                    <a:pt x="111442" y="180022"/>
                  </a:lnTo>
                  <a:lnTo>
                    <a:pt x="112395" y="180022"/>
                  </a:lnTo>
                  <a:lnTo>
                    <a:pt x="160020" y="0"/>
                  </a:lnTo>
                  <a:lnTo>
                    <a:pt x="217170" y="0"/>
                  </a:lnTo>
                  <a:lnTo>
                    <a:pt x="265747" y="180022"/>
                  </a:lnTo>
                  <a:lnTo>
                    <a:pt x="266700" y="180022"/>
                  </a:lnTo>
                  <a:lnTo>
                    <a:pt x="311467" y="0"/>
                  </a:lnTo>
                  <a:lnTo>
                    <a:pt x="376238"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4" name="Google Shape;124;p2"/>
            <p:cNvSpPr/>
            <p:nvPr/>
          </p:nvSpPr>
          <p:spPr>
            <a:xfrm>
              <a:off x="3970971" y="3105149"/>
              <a:ext cx="79057" cy="384809"/>
            </a:xfrm>
            <a:custGeom>
              <a:rect b="b" l="l" r="r" t="t"/>
              <a:pathLst>
                <a:path extrusionOk="0" h="384809" w="79057">
                  <a:moveTo>
                    <a:pt x="79058" y="38100"/>
                  </a:moveTo>
                  <a:cubicBezTo>
                    <a:pt x="79058" y="60008"/>
                    <a:pt x="60960" y="76200"/>
                    <a:pt x="39053" y="76200"/>
                  </a:cubicBezTo>
                  <a:cubicBezTo>
                    <a:pt x="17145" y="76200"/>
                    <a:pt x="0" y="60008"/>
                    <a:pt x="0" y="38100"/>
                  </a:cubicBezTo>
                  <a:cubicBezTo>
                    <a:pt x="0" y="16192"/>
                    <a:pt x="18098" y="0"/>
                    <a:pt x="39053" y="0"/>
                  </a:cubicBezTo>
                  <a:cubicBezTo>
                    <a:pt x="60960" y="0"/>
                    <a:pt x="79058" y="16192"/>
                    <a:pt x="79058" y="38100"/>
                  </a:cubicBezTo>
                  <a:close/>
                  <a:moveTo>
                    <a:pt x="70485" y="384810"/>
                  </a:moveTo>
                  <a:lnTo>
                    <a:pt x="8573" y="384810"/>
                  </a:lnTo>
                  <a:lnTo>
                    <a:pt x="8573"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5" name="Google Shape;125;p2"/>
            <p:cNvSpPr/>
            <p:nvPr/>
          </p:nvSpPr>
          <p:spPr>
            <a:xfrm>
              <a:off x="4099559" y="3216591"/>
              <a:ext cx="205740" cy="280035"/>
            </a:xfrm>
            <a:custGeom>
              <a:rect b="b" l="l" r="r" t="t"/>
              <a:pathLst>
                <a:path extrusionOk="0" h="280035" w="20574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6" name="Google Shape;126;p2"/>
            <p:cNvSpPr/>
            <p:nvPr/>
          </p:nvSpPr>
          <p:spPr>
            <a:xfrm>
              <a:off x="4346256"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2"/>
            <p:cNvSpPr/>
            <p:nvPr/>
          </p:nvSpPr>
          <p:spPr>
            <a:xfrm>
              <a:off x="4601527" y="3217544"/>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3" y="279083"/>
                    <a:pt x="132397" y="279083"/>
                  </a:cubicBezTo>
                  <a:close/>
                  <a:moveTo>
                    <a:pt x="62865" y="115252"/>
                  </a:moveTo>
                  <a:lnTo>
                    <a:pt x="183832" y="115252"/>
                  </a:lnTo>
                  <a:cubicBezTo>
                    <a:pt x="180975" y="74295"/>
                    <a:pt x="160020" y="50482"/>
                    <a:pt x="124778" y="50482"/>
                  </a:cubicBezTo>
                  <a:cubicBezTo>
                    <a:pt x="89535" y="50482"/>
                    <a:pt x="67628"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2"/>
            <p:cNvSpPr/>
            <p:nvPr/>
          </p:nvSpPr>
          <p:spPr>
            <a:xfrm>
              <a:off x="4913946" y="3217544"/>
              <a:ext cx="228600" cy="273367"/>
            </a:xfrm>
            <a:custGeom>
              <a:rect b="b" l="l" r="r" t="t"/>
              <a:pathLst>
                <a:path extrusionOk="0" h="273367" w="22860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8" y="15240"/>
                    <a:pt x="106680" y="0"/>
                    <a:pt x="140970" y="0"/>
                  </a:cubicBezTo>
                  <a:cubicBezTo>
                    <a:pt x="201930" y="0"/>
                    <a:pt x="228600" y="44767"/>
                    <a:pt x="228600" y="107633"/>
                  </a:cubicBezTo>
                  <a:lnTo>
                    <a:pt x="228600" y="2724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9" name="Google Shape;129;p2"/>
            <p:cNvSpPr/>
            <p:nvPr/>
          </p:nvSpPr>
          <p:spPr>
            <a:xfrm>
              <a:off x="5198744"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0" name="Google Shape;130;p2"/>
            <p:cNvSpPr/>
            <p:nvPr/>
          </p:nvSpPr>
          <p:spPr>
            <a:xfrm>
              <a:off x="5454967" y="3216591"/>
              <a:ext cx="224789" cy="280035"/>
            </a:xfrm>
            <a:custGeom>
              <a:rect b="b" l="l" r="r" t="t"/>
              <a:pathLst>
                <a:path extrusionOk="0" h="280035" w="224789">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1" name="Google Shape;131;p2"/>
            <p:cNvSpPr/>
            <p:nvPr/>
          </p:nvSpPr>
          <p:spPr>
            <a:xfrm>
              <a:off x="5733096" y="3101339"/>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2" name="Google Shape;132;p2"/>
            <p:cNvSpPr/>
            <p:nvPr/>
          </p:nvSpPr>
          <p:spPr>
            <a:xfrm>
              <a:off x="6023609"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8" y="52388"/>
                  </a:cubicBezTo>
                  <a:cubicBezTo>
                    <a:pt x="83820" y="52388"/>
                    <a:pt x="60008"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3" y="232410"/>
                    <a:pt x="147638" y="220980"/>
                    <a:pt x="164783" y="200025"/>
                  </a:cubicBezTo>
                  <a:lnTo>
                    <a:pt x="164783" y="153352"/>
                  </a:lnTo>
                  <a:cubicBezTo>
                    <a:pt x="150495" y="149542"/>
                    <a:pt x="135255" y="148590"/>
                    <a:pt x="120968" y="148590"/>
                  </a:cubicBezTo>
                  <a:cubicBezTo>
                    <a:pt x="81915" y="148590"/>
                    <a:pt x="59055" y="164783"/>
                    <a:pt x="59055" y="192405"/>
                  </a:cubicBezTo>
                  <a:cubicBezTo>
                    <a:pt x="60008" y="217170"/>
                    <a:pt x="77153" y="232410"/>
                    <a:pt x="103822"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3" name="Google Shape;133;p2"/>
            <p:cNvSpPr/>
            <p:nvPr/>
          </p:nvSpPr>
          <p:spPr>
            <a:xfrm>
              <a:off x="6299834" y="3097529"/>
              <a:ext cx="162877" cy="391477"/>
            </a:xfrm>
            <a:custGeom>
              <a:rect b="b" l="l" r="r" t="t"/>
              <a:pathLst>
                <a:path extrusionOk="0" h="391477" w="162877">
                  <a:moveTo>
                    <a:pt x="162878" y="58103"/>
                  </a:moveTo>
                  <a:cubicBezTo>
                    <a:pt x="154305" y="54293"/>
                    <a:pt x="144780" y="52388"/>
                    <a:pt x="135255" y="52388"/>
                  </a:cubicBezTo>
                  <a:cubicBezTo>
                    <a:pt x="111443" y="52388"/>
                    <a:pt x="101918" y="64770"/>
                    <a:pt x="101918" y="89535"/>
                  </a:cubicBezTo>
                  <a:lnTo>
                    <a:pt x="101918" y="125730"/>
                  </a:lnTo>
                  <a:lnTo>
                    <a:pt x="155258" y="125730"/>
                  </a:lnTo>
                  <a:lnTo>
                    <a:pt x="155258" y="177165"/>
                  </a:lnTo>
                  <a:lnTo>
                    <a:pt x="102870" y="177165"/>
                  </a:lnTo>
                  <a:lnTo>
                    <a:pt x="102870" y="391478"/>
                  </a:lnTo>
                  <a:lnTo>
                    <a:pt x="40958" y="391478"/>
                  </a:lnTo>
                  <a:lnTo>
                    <a:pt x="40958" y="177165"/>
                  </a:lnTo>
                  <a:lnTo>
                    <a:pt x="0" y="177165"/>
                  </a:lnTo>
                  <a:lnTo>
                    <a:pt x="0" y="126683"/>
                  </a:lnTo>
                  <a:lnTo>
                    <a:pt x="40958" y="126683"/>
                  </a:lnTo>
                  <a:lnTo>
                    <a:pt x="40958" y="88583"/>
                  </a:lnTo>
                  <a:cubicBezTo>
                    <a:pt x="40958" y="33338"/>
                    <a:pt x="65722" y="0"/>
                    <a:pt x="125730" y="0"/>
                  </a:cubicBezTo>
                  <a:cubicBezTo>
                    <a:pt x="139065" y="0"/>
                    <a:pt x="152400" y="1905"/>
                    <a:pt x="162878" y="5715"/>
                  </a:cubicBezTo>
                  <a:lnTo>
                    <a:pt x="162878" y="5810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2"/>
            <p:cNvSpPr/>
            <p:nvPr/>
          </p:nvSpPr>
          <p:spPr>
            <a:xfrm>
              <a:off x="6497002"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5" name="Google Shape;135;p2"/>
            <p:cNvSpPr/>
            <p:nvPr/>
          </p:nvSpPr>
          <p:spPr>
            <a:xfrm>
              <a:off x="6725601"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6" name="Google Shape;136;p2"/>
            <p:cNvSpPr/>
            <p:nvPr/>
          </p:nvSpPr>
          <p:spPr>
            <a:xfrm>
              <a:off x="6861809" y="3105149"/>
              <a:ext cx="79057" cy="384809"/>
            </a:xfrm>
            <a:custGeom>
              <a:rect b="b" l="l" r="r" t="t"/>
              <a:pathLst>
                <a:path extrusionOk="0" h="384809" w="79057">
                  <a:moveTo>
                    <a:pt x="79057" y="38100"/>
                  </a:moveTo>
                  <a:cubicBezTo>
                    <a:pt x="79057" y="60008"/>
                    <a:pt x="60960" y="76200"/>
                    <a:pt x="39052" y="76200"/>
                  </a:cubicBezTo>
                  <a:cubicBezTo>
                    <a:pt x="17145" y="76200"/>
                    <a:pt x="0" y="60008"/>
                    <a:pt x="0" y="38100"/>
                  </a:cubicBezTo>
                  <a:cubicBezTo>
                    <a:pt x="0" y="16192"/>
                    <a:pt x="18097" y="0"/>
                    <a:pt x="39052" y="0"/>
                  </a:cubicBezTo>
                  <a:cubicBezTo>
                    <a:pt x="60960" y="0"/>
                    <a:pt x="79057" y="16192"/>
                    <a:pt x="79057" y="38100"/>
                  </a:cubicBezTo>
                  <a:close/>
                  <a:moveTo>
                    <a:pt x="70485" y="384810"/>
                  </a:moveTo>
                  <a:lnTo>
                    <a:pt x="8572" y="384810"/>
                  </a:lnTo>
                  <a:lnTo>
                    <a:pt x="8572"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7" name="Google Shape;137;p2"/>
            <p:cNvSpPr/>
            <p:nvPr/>
          </p:nvSpPr>
          <p:spPr>
            <a:xfrm>
              <a:off x="6998969" y="3216591"/>
              <a:ext cx="224790" cy="280035"/>
            </a:xfrm>
            <a:custGeom>
              <a:rect b="b" l="l" r="r" t="t"/>
              <a:pathLst>
                <a:path extrusionOk="0" h="280035" w="22479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8" name="Google Shape;138;p2"/>
            <p:cNvSpPr/>
            <p:nvPr/>
          </p:nvSpPr>
          <p:spPr>
            <a:xfrm>
              <a:off x="7277099" y="3101339"/>
              <a:ext cx="229552" cy="389572"/>
            </a:xfrm>
            <a:custGeom>
              <a:rect b="b" l="l" r="r" t="t"/>
              <a:pathLst>
                <a:path extrusionOk="0" h="389572" w="229552">
                  <a:moveTo>
                    <a:pt x="229552" y="388620"/>
                  </a:moveTo>
                  <a:lnTo>
                    <a:pt x="166688" y="388620"/>
                  </a:lnTo>
                  <a:lnTo>
                    <a:pt x="166688" y="236220"/>
                  </a:lnTo>
                  <a:cubicBezTo>
                    <a:pt x="166688" y="197168"/>
                    <a:pt x="154305" y="171450"/>
                    <a:pt x="117157"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9" name="Google Shape;139;p2"/>
            <p:cNvSpPr/>
            <p:nvPr/>
          </p:nvSpPr>
          <p:spPr>
            <a:xfrm>
              <a:off x="7571422" y="3217544"/>
              <a:ext cx="242887" cy="279082"/>
            </a:xfrm>
            <a:custGeom>
              <a:rect b="b" l="l" r="r" t="t"/>
              <a:pathLst>
                <a:path extrusionOk="0" h="279082" w="242887">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0" name="Google Shape;140;p2"/>
            <p:cNvSpPr/>
            <p:nvPr/>
          </p:nvSpPr>
          <p:spPr>
            <a:xfrm>
              <a:off x="8041956" y="3122294"/>
              <a:ext cx="231457" cy="368617"/>
            </a:xfrm>
            <a:custGeom>
              <a:rect b="b" l="l" r="r" t="t"/>
              <a:pathLst>
                <a:path extrusionOk="0" h="368617" w="231457">
                  <a:moveTo>
                    <a:pt x="231457" y="60007"/>
                  </a:moveTo>
                  <a:lnTo>
                    <a:pt x="65723" y="60007"/>
                  </a:lnTo>
                  <a:lnTo>
                    <a:pt x="65723" y="151447"/>
                  </a:lnTo>
                  <a:lnTo>
                    <a:pt x="189548" y="151447"/>
                  </a:lnTo>
                  <a:lnTo>
                    <a:pt x="189548" y="211455"/>
                  </a:lnTo>
                  <a:lnTo>
                    <a:pt x="65723" y="211455"/>
                  </a:lnTo>
                  <a:lnTo>
                    <a:pt x="65723" y="368617"/>
                  </a:lnTo>
                  <a:lnTo>
                    <a:pt x="0" y="368617"/>
                  </a:lnTo>
                  <a:lnTo>
                    <a:pt x="0" y="0"/>
                  </a:lnTo>
                  <a:lnTo>
                    <a:pt x="231457" y="0"/>
                  </a:lnTo>
                  <a:lnTo>
                    <a:pt x="231457" y="6000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1" name="Google Shape;141;p2"/>
            <p:cNvSpPr/>
            <p:nvPr/>
          </p:nvSpPr>
          <p:spPr>
            <a:xfrm>
              <a:off x="8285780" y="3217544"/>
              <a:ext cx="225758" cy="279082"/>
            </a:xfrm>
            <a:custGeom>
              <a:rect b="b" l="l" r="r" t="t"/>
              <a:pathLst>
                <a:path extrusionOk="0" h="279082" w="225758">
                  <a:moveTo>
                    <a:pt x="114317" y="107633"/>
                  </a:moveTo>
                  <a:cubicBezTo>
                    <a:pt x="131462" y="107633"/>
                    <a:pt x="147654" y="108585"/>
                    <a:pt x="164799" y="113347"/>
                  </a:cubicBezTo>
                  <a:lnTo>
                    <a:pt x="164799" y="103822"/>
                  </a:lnTo>
                  <a:cubicBezTo>
                    <a:pt x="164799" y="69532"/>
                    <a:pt x="144796" y="52388"/>
                    <a:pt x="105744" y="52388"/>
                  </a:cubicBezTo>
                  <a:cubicBezTo>
                    <a:pt x="83837" y="52388"/>
                    <a:pt x="60024" y="57150"/>
                    <a:pt x="38117" y="67627"/>
                  </a:cubicBezTo>
                  <a:lnTo>
                    <a:pt x="24781" y="15240"/>
                  </a:lnTo>
                  <a:cubicBezTo>
                    <a:pt x="49546" y="5715"/>
                    <a:pt x="81931" y="0"/>
                    <a:pt x="112412" y="0"/>
                  </a:cubicBezTo>
                  <a:cubicBezTo>
                    <a:pt x="187659" y="0"/>
                    <a:pt x="225759" y="35242"/>
                    <a:pt x="225759" y="102870"/>
                  </a:cubicBezTo>
                  <a:lnTo>
                    <a:pt x="225759" y="273367"/>
                  </a:lnTo>
                  <a:lnTo>
                    <a:pt x="166704" y="273367"/>
                  </a:lnTo>
                  <a:lnTo>
                    <a:pt x="166704" y="244792"/>
                  </a:lnTo>
                  <a:lnTo>
                    <a:pt x="165751" y="244792"/>
                  </a:lnTo>
                  <a:cubicBezTo>
                    <a:pt x="142892" y="268605"/>
                    <a:pt x="119079" y="279083"/>
                    <a:pt x="87646" y="279083"/>
                  </a:cubicBezTo>
                  <a:cubicBezTo>
                    <a:pt x="34306" y="279083"/>
                    <a:pt x="17" y="245745"/>
                    <a:pt x="17" y="194310"/>
                  </a:cubicBezTo>
                  <a:cubicBezTo>
                    <a:pt x="-936" y="138113"/>
                    <a:pt x="39069" y="107633"/>
                    <a:pt x="114317" y="107633"/>
                  </a:cubicBezTo>
                  <a:close/>
                  <a:moveTo>
                    <a:pt x="103839" y="232410"/>
                  </a:moveTo>
                  <a:cubicBezTo>
                    <a:pt x="126699" y="232410"/>
                    <a:pt x="147654" y="220980"/>
                    <a:pt x="164799" y="200025"/>
                  </a:cubicBezTo>
                  <a:lnTo>
                    <a:pt x="164799" y="153352"/>
                  </a:lnTo>
                  <a:cubicBezTo>
                    <a:pt x="150512" y="149542"/>
                    <a:pt x="135271" y="148590"/>
                    <a:pt x="120984" y="148590"/>
                  </a:cubicBezTo>
                  <a:cubicBezTo>
                    <a:pt x="81931" y="148590"/>
                    <a:pt x="59071" y="164783"/>
                    <a:pt x="59071" y="192405"/>
                  </a:cubicBezTo>
                  <a:cubicBezTo>
                    <a:pt x="59071" y="217170"/>
                    <a:pt x="76217" y="232410"/>
                    <a:pt x="103839"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2"/>
            <p:cNvSpPr/>
            <p:nvPr/>
          </p:nvSpPr>
          <p:spPr>
            <a:xfrm>
              <a:off x="8590597" y="3101339"/>
              <a:ext cx="234314" cy="389572"/>
            </a:xfrm>
            <a:custGeom>
              <a:rect b="b" l="l" r="r" t="t"/>
              <a:pathLst>
                <a:path extrusionOk="0" h="389572" w="234314">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2"/>
            <p:cNvSpPr/>
            <p:nvPr/>
          </p:nvSpPr>
          <p:spPr>
            <a:xfrm>
              <a:off x="8870631"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8"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4" name="Google Shape;144;p2"/>
            <p:cNvSpPr/>
            <p:nvPr/>
          </p:nvSpPr>
          <p:spPr>
            <a:xfrm>
              <a:off x="9180194"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5" name="Google Shape;145;p2"/>
            <p:cNvSpPr/>
            <p:nvPr/>
          </p:nvSpPr>
          <p:spPr>
            <a:xfrm>
              <a:off x="9297351" y="3138487"/>
              <a:ext cx="165735" cy="358140"/>
            </a:xfrm>
            <a:custGeom>
              <a:rect b="b" l="l" r="r" t="t"/>
              <a:pathLst>
                <a:path extrusionOk="0" h="358140" w="165735">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3" y="303847"/>
                    <a:pt x="155258"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6" name="Google Shape;146;p2"/>
            <p:cNvSpPr/>
            <p:nvPr/>
          </p:nvSpPr>
          <p:spPr>
            <a:xfrm>
              <a:off x="9511664" y="3109912"/>
              <a:ext cx="225742" cy="386715"/>
            </a:xfrm>
            <a:custGeom>
              <a:rect b="b" l="l" r="r" t="t"/>
              <a:pathLst>
                <a:path extrusionOk="0" h="386715" w="225742">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3" y="107633"/>
                    <a:pt x="225743" y="142875"/>
                    <a:pt x="225743" y="210503"/>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0985"/>
                  </a:lnTo>
                  <a:cubicBezTo>
                    <a:pt x="150495" y="257175"/>
                    <a:pt x="135255" y="256222"/>
                    <a:pt x="120968" y="256222"/>
                  </a:cubicBezTo>
                  <a:cubicBezTo>
                    <a:pt x="81915" y="256222"/>
                    <a:pt x="59055" y="272415"/>
                    <a:pt x="59055" y="300038"/>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47" name="Google Shape;147;p2"/>
            <p:cNvSpPr/>
            <p:nvPr/>
          </p:nvSpPr>
          <p:spPr>
            <a:xfrm>
              <a:off x="978598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piteltrenner" showMasterSp="0">
  <p:cSld name="Kapiteltrenner">
    <p:bg>
      <p:bgPr>
        <a:solidFill>
          <a:schemeClr val="dk2"/>
        </a:solidFill>
      </p:bgPr>
    </p:bg>
    <p:spTree>
      <p:nvGrpSpPr>
        <p:cNvPr id="148" name="Shape 148"/>
        <p:cNvGrpSpPr/>
        <p:nvPr/>
      </p:nvGrpSpPr>
      <p:grpSpPr>
        <a:xfrm>
          <a:off x="0" y="0"/>
          <a:ext cx="0" cy="0"/>
          <a:chOff x="0" y="0"/>
          <a:chExt cx="0" cy="0"/>
        </a:xfrm>
      </p:grpSpPr>
      <p:sp>
        <p:nvSpPr>
          <p:cNvPr id="149" name="Google Shape;149;p3"/>
          <p:cNvSpPr txBox="1"/>
          <p:nvPr>
            <p:ph type="title"/>
          </p:nvPr>
        </p:nvSpPr>
        <p:spPr>
          <a:xfrm>
            <a:off x="388739" y="3013502"/>
            <a:ext cx="8368307" cy="830997"/>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153" name="Google Shape;153;p3"/>
          <p:cNvSpPr/>
          <p:nvPr/>
        </p:nvSpPr>
        <p:spPr>
          <a:xfrm>
            <a:off x="387900" y="6538526"/>
            <a:ext cx="8756100" cy="108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154" name="Google Shape;154;p3"/>
          <p:cNvSpPr/>
          <p:nvPr/>
        </p:nvSpPr>
        <p:spPr>
          <a:xfrm>
            <a:off x="388800" y="1196733"/>
            <a:ext cx="8757047" cy="72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grpSp>
        <p:nvGrpSpPr>
          <p:cNvPr id="155" name="Google Shape;155;p3"/>
          <p:cNvGrpSpPr/>
          <p:nvPr/>
        </p:nvGrpSpPr>
        <p:grpSpPr>
          <a:xfrm>
            <a:off x="-292893" y="160153"/>
            <a:ext cx="250031" cy="136812"/>
            <a:chOff x="-133350" y="2711163"/>
            <a:chExt cx="333375" cy="136812"/>
          </a:xfrm>
        </p:grpSpPr>
        <p:cxnSp>
          <p:nvCxnSpPr>
            <p:cNvPr id="156" name="Google Shape;156;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57" name="Google Shape;157;p3"/>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158" name="Google Shape;158;p3"/>
          <p:cNvGrpSpPr/>
          <p:nvPr/>
        </p:nvGrpSpPr>
        <p:grpSpPr>
          <a:xfrm>
            <a:off x="-292893" y="1131703"/>
            <a:ext cx="250031" cy="136812"/>
            <a:chOff x="-133350" y="2711163"/>
            <a:chExt cx="333375" cy="136812"/>
          </a:xfrm>
        </p:grpSpPr>
        <p:cxnSp>
          <p:nvCxnSpPr>
            <p:cNvPr id="159" name="Google Shape;159;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60" name="Google Shape;160;p3"/>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161" name="Google Shape;161;p3"/>
          <p:cNvGrpSpPr/>
          <p:nvPr/>
        </p:nvGrpSpPr>
        <p:grpSpPr>
          <a:xfrm>
            <a:off x="-292893" y="1491963"/>
            <a:ext cx="250031" cy="136812"/>
            <a:chOff x="-133350" y="2711163"/>
            <a:chExt cx="333375" cy="136812"/>
          </a:xfrm>
        </p:grpSpPr>
        <p:cxnSp>
          <p:nvCxnSpPr>
            <p:cNvPr id="162" name="Google Shape;162;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63" name="Google Shape;163;p3"/>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164" name="Google Shape;164;p3"/>
          <p:cNvGrpSpPr/>
          <p:nvPr/>
        </p:nvGrpSpPr>
        <p:grpSpPr>
          <a:xfrm>
            <a:off x="-292893" y="3292188"/>
            <a:ext cx="250031" cy="136812"/>
            <a:chOff x="-133350" y="2711163"/>
            <a:chExt cx="333375" cy="136812"/>
          </a:xfrm>
        </p:grpSpPr>
        <p:cxnSp>
          <p:nvCxnSpPr>
            <p:cNvPr id="165" name="Google Shape;165;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66" name="Google Shape;166;p3"/>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167" name="Google Shape;167;p3"/>
          <p:cNvGrpSpPr/>
          <p:nvPr/>
        </p:nvGrpSpPr>
        <p:grpSpPr>
          <a:xfrm>
            <a:off x="-292893" y="6063963"/>
            <a:ext cx="250031" cy="136812"/>
            <a:chOff x="-133350" y="2711163"/>
            <a:chExt cx="333375" cy="136812"/>
          </a:xfrm>
        </p:grpSpPr>
        <p:cxnSp>
          <p:nvCxnSpPr>
            <p:cNvPr id="168" name="Google Shape;168;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69" name="Google Shape;169;p3"/>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170" name="Google Shape;170;p3"/>
          <p:cNvGrpSpPr/>
          <p:nvPr/>
        </p:nvGrpSpPr>
        <p:grpSpPr>
          <a:xfrm>
            <a:off x="-292893" y="6495763"/>
            <a:ext cx="250031" cy="136812"/>
            <a:chOff x="-133350" y="2711163"/>
            <a:chExt cx="333375" cy="136812"/>
          </a:xfrm>
        </p:grpSpPr>
        <p:cxnSp>
          <p:nvCxnSpPr>
            <p:cNvPr id="171" name="Google Shape;171;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72" name="Google Shape;172;p3"/>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173" name="Google Shape;173;p3"/>
          <p:cNvGrpSpPr/>
          <p:nvPr/>
        </p:nvGrpSpPr>
        <p:grpSpPr>
          <a:xfrm rot="-5400000">
            <a:off x="169567" y="-282035"/>
            <a:ext cx="333375" cy="102606"/>
            <a:chOff x="-133350" y="2711167"/>
            <a:chExt cx="333375" cy="136808"/>
          </a:xfrm>
        </p:grpSpPr>
        <p:cxnSp>
          <p:nvCxnSpPr>
            <p:cNvPr id="174" name="Google Shape;174;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75" name="Google Shape;175;p3"/>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176" name="Google Shape;176;p3"/>
          <p:cNvGrpSpPr/>
          <p:nvPr/>
        </p:nvGrpSpPr>
        <p:grpSpPr>
          <a:xfrm rot="-5400000">
            <a:off x="4273057" y="-282036"/>
            <a:ext cx="333375" cy="102603"/>
            <a:chOff x="-133350" y="2711171"/>
            <a:chExt cx="333375" cy="136804"/>
          </a:xfrm>
        </p:grpSpPr>
        <p:cxnSp>
          <p:nvCxnSpPr>
            <p:cNvPr id="177" name="Google Shape;177;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78" name="Google Shape;178;p3"/>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179" name="Google Shape;179;p3"/>
          <p:cNvGrpSpPr/>
          <p:nvPr/>
        </p:nvGrpSpPr>
        <p:grpSpPr>
          <a:xfrm>
            <a:off x="4652949" y="-397423"/>
            <a:ext cx="93680" cy="333375"/>
            <a:chOff x="6416680" y="-397423"/>
            <a:chExt cx="124907" cy="333375"/>
          </a:xfrm>
        </p:grpSpPr>
        <p:cxnSp>
          <p:nvCxnSpPr>
            <p:cNvPr id="180" name="Google Shape;180;p3"/>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81" name="Google Shape;181;p3"/>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182" name="Google Shape;182;p3"/>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183" name="Google Shape;183;p3"/>
          <p:cNvGrpSpPr/>
          <p:nvPr/>
        </p:nvGrpSpPr>
        <p:grpSpPr>
          <a:xfrm rot="-5400000">
            <a:off x="8543829" y="-282039"/>
            <a:ext cx="333375" cy="102600"/>
            <a:chOff x="-133350" y="2711175"/>
            <a:chExt cx="333375" cy="136800"/>
          </a:xfrm>
        </p:grpSpPr>
        <p:cxnSp>
          <p:nvCxnSpPr>
            <p:cNvPr id="184" name="Google Shape;184;p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85" name="Google Shape;185;p3"/>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186" name="Google Shape;186;p3"/>
          <p:cNvSpPr/>
          <p:nvPr/>
        </p:nvSpPr>
        <p:spPr>
          <a:xfrm>
            <a:off x="7352747" y="300703"/>
            <a:ext cx="1403903" cy="535987"/>
          </a:xfrm>
          <a:custGeom>
            <a:rect b="b" l="l" r="r" t="t"/>
            <a:pathLst>
              <a:path extrusionOk="0" h="556225" w="1456912">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187" name="Google Shape;187;p3"/>
          <p:cNvGrpSpPr/>
          <p:nvPr/>
        </p:nvGrpSpPr>
        <p:grpSpPr>
          <a:xfrm>
            <a:off x="387350" y="293688"/>
            <a:ext cx="2623087" cy="328167"/>
            <a:chOff x="2178367" y="2525076"/>
            <a:chExt cx="7773351" cy="972503"/>
          </a:xfrm>
        </p:grpSpPr>
        <p:sp>
          <p:nvSpPr>
            <p:cNvPr id="188" name="Google Shape;188;p3"/>
            <p:cNvSpPr/>
            <p:nvPr/>
          </p:nvSpPr>
          <p:spPr>
            <a:xfrm>
              <a:off x="2178367" y="2545079"/>
              <a:ext cx="232409" cy="369569"/>
            </a:xfrm>
            <a:custGeom>
              <a:rect b="b" l="l" r="r" t="t"/>
              <a:pathLst>
                <a:path extrusionOk="0" h="369569" w="232409">
                  <a:moveTo>
                    <a:pt x="232410" y="60960"/>
                  </a:moveTo>
                  <a:lnTo>
                    <a:pt x="65722" y="60960"/>
                  </a:lnTo>
                  <a:lnTo>
                    <a:pt x="65722" y="152400"/>
                  </a:lnTo>
                  <a:lnTo>
                    <a:pt x="189547" y="152400"/>
                  </a:lnTo>
                  <a:lnTo>
                    <a:pt x="189547" y="212408"/>
                  </a:lnTo>
                  <a:lnTo>
                    <a:pt x="65722" y="212408"/>
                  </a:lnTo>
                  <a:lnTo>
                    <a:pt x="65722" y="369570"/>
                  </a:lnTo>
                  <a:lnTo>
                    <a:pt x="0" y="369570"/>
                  </a:lnTo>
                  <a:lnTo>
                    <a:pt x="0" y="0"/>
                  </a:lnTo>
                  <a:lnTo>
                    <a:pt x="231458" y="0"/>
                  </a:lnTo>
                  <a:lnTo>
                    <a:pt x="231458" y="6096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189" name="Google Shape;189;p3"/>
            <p:cNvSpPr/>
            <p:nvPr/>
          </p:nvSpPr>
          <p:spPr>
            <a:xfrm>
              <a:off x="2446972"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190" name="Google Shape;190;p3"/>
            <p:cNvSpPr/>
            <p:nvPr/>
          </p:nvSpPr>
          <p:spPr>
            <a:xfrm>
              <a:off x="2651759"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1" name="Google Shape;191;p3"/>
            <p:cNvSpPr/>
            <p:nvPr/>
          </p:nvSpPr>
          <p:spPr>
            <a:xfrm>
              <a:off x="2787966" y="2641281"/>
              <a:ext cx="242887" cy="279082"/>
            </a:xfrm>
            <a:custGeom>
              <a:rect b="b" l="l" r="r" t="t"/>
              <a:pathLst>
                <a:path extrusionOk="0" h="279082" w="242887">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192" name="Google Shape;192;p3"/>
            <p:cNvSpPr/>
            <p:nvPr/>
          </p:nvSpPr>
          <p:spPr>
            <a:xfrm>
              <a:off x="3086099" y="2525076"/>
              <a:ext cx="248602" cy="396239"/>
            </a:xfrm>
            <a:custGeom>
              <a:rect b="b" l="l" r="r" t="t"/>
              <a:pathLst>
                <a:path extrusionOk="0" h="396239" w="248602">
                  <a:moveTo>
                    <a:pt x="0" y="255270"/>
                  </a:moveTo>
                  <a:cubicBezTo>
                    <a:pt x="0" y="169545"/>
                    <a:pt x="43815" y="116205"/>
                    <a:pt x="108585" y="116205"/>
                  </a:cubicBezTo>
                  <a:cubicBezTo>
                    <a:pt x="141922" y="116205"/>
                    <a:pt x="168592" y="130493"/>
                    <a:pt x="185738" y="152400"/>
                  </a:cubicBezTo>
                  <a:lnTo>
                    <a:pt x="186690" y="152400"/>
                  </a:lnTo>
                  <a:lnTo>
                    <a:pt x="186690" y="15240"/>
                  </a:lnTo>
                  <a:lnTo>
                    <a:pt x="248603" y="0"/>
                  </a:lnTo>
                  <a:lnTo>
                    <a:pt x="248603"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193" name="Google Shape;193;p3"/>
            <p:cNvSpPr/>
            <p:nvPr/>
          </p:nvSpPr>
          <p:spPr>
            <a:xfrm>
              <a:off x="3417569" y="2641039"/>
              <a:ext cx="160020" cy="272657"/>
            </a:xfrm>
            <a:custGeom>
              <a:rect b="b" l="l" r="r" t="t"/>
              <a:pathLst>
                <a:path extrusionOk="0" h="272657" w="16002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194" name="Google Shape;194;p3"/>
            <p:cNvSpPr/>
            <p:nvPr/>
          </p:nvSpPr>
          <p:spPr>
            <a:xfrm>
              <a:off x="3622357" y="2528887"/>
              <a:ext cx="79057" cy="384810"/>
            </a:xfrm>
            <a:custGeom>
              <a:rect b="b" l="l" r="r" t="t"/>
              <a:pathLst>
                <a:path extrusionOk="0" h="384810" w="79057">
                  <a:moveTo>
                    <a:pt x="79058" y="38100"/>
                  </a:moveTo>
                  <a:cubicBezTo>
                    <a:pt x="79058" y="60007"/>
                    <a:pt x="60960" y="76200"/>
                    <a:pt x="39052" y="76200"/>
                  </a:cubicBezTo>
                  <a:cubicBezTo>
                    <a:pt x="17145" y="76200"/>
                    <a:pt x="0" y="60960"/>
                    <a:pt x="0" y="38100"/>
                  </a:cubicBezTo>
                  <a:cubicBezTo>
                    <a:pt x="0" y="16193"/>
                    <a:pt x="18097" y="0"/>
                    <a:pt x="39052" y="0"/>
                  </a:cubicBezTo>
                  <a:cubicBezTo>
                    <a:pt x="60960" y="0"/>
                    <a:pt x="79058" y="16193"/>
                    <a:pt x="79058"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3"/>
            <p:cNvSpPr/>
            <p:nvPr/>
          </p:nvSpPr>
          <p:spPr>
            <a:xfrm>
              <a:off x="3759516" y="2640329"/>
              <a:ext cx="224790" cy="280034"/>
            </a:xfrm>
            <a:custGeom>
              <a:rect b="b" l="l" r="r" t="t"/>
              <a:pathLst>
                <a:path extrusionOk="0" h="280034" w="22479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6" name="Google Shape;196;p3"/>
            <p:cNvSpPr/>
            <p:nvPr/>
          </p:nvSpPr>
          <p:spPr>
            <a:xfrm>
              <a:off x="4038599" y="2525076"/>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3"/>
            <p:cNvSpPr/>
            <p:nvPr/>
          </p:nvSpPr>
          <p:spPr>
            <a:xfrm>
              <a:off x="4338637" y="2721291"/>
              <a:ext cx="130492" cy="59055"/>
            </a:xfrm>
            <a:custGeom>
              <a:rect b="b" l="l" r="r" t="t"/>
              <a:pathLst>
                <a:path extrusionOk="0" h="59055" w="130492">
                  <a:moveTo>
                    <a:pt x="130493" y="59055"/>
                  </a:moveTo>
                  <a:lnTo>
                    <a:pt x="0" y="59055"/>
                  </a:lnTo>
                  <a:lnTo>
                    <a:pt x="0" y="0"/>
                  </a:lnTo>
                  <a:lnTo>
                    <a:pt x="130493" y="0"/>
                  </a:lnTo>
                  <a:lnTo>
                    <a:pt x="130493"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8" name="Google Shape;198;p3"/>
            <p:cNvSpPr/>
            <p:nvPr/>
          </p:nvSpPr>
          <p:spPr>
            <a:xfrm>
              <a:off x="4502467" y="2545079"/>
              <a:ext cx="342900" cy="368617"/>
            </a:xfrm>
            <a:custGeom>
              <a:rect b="b" l="l" r="r" t="t"/>
              <a:pathLst>
                <a:path extrusionOk="0" h="368617" w="342900">
                  <a:moveTo>
                    <a:pt x="136207" y="0"/>
                  </a:moveTo>
                  <a:lnTo>
                    <a:pt x="205740" y="0"/>
                  </a:lnTo>
                  <a:lnTo>
                    <a:pt x="342900" y="368618"/>
                  </a:lnTo>
                  <a:lnTo>
                    <a:pt x="271463" y="368618"/>
                  </a:lnTo>
                  <a:lnTo>
                    <a:pt x="244792" y="290512"/>
                  </a:lnTo>
                  <a:lnTo>
                    <a:pt x="96202" y="290512"/>
                  </a:lnTo>
                  <a:lnTo>
                    <a:pt x="69532" y="368618"/>
                  </a:lnTo>
                  <a:lnTo>
                    <a:pt x="0" y="368618"/>
                  </a:lnTo>
                  <a:lnTo>
                    <a:pt x="136207" y="0"/>
                  </a:lnTo>
                  <a:close/>
                  <a:moveTo>
                    <a:pt x="116205" y="231458"/>
                  </a:moveTo>
                  <a:lnTo>
                    <a:pt x="223838" y="231458"/>
                  </a:lnTo>
                  <a:lnTo>
                    <a:pt x="170497" y="75247"/>
                  </a:lnTo>
                  <a:lnTo>
                    <a:pt x="169545" y="75247"/>
                  </a:lnTo>
                  <a:lnTo>
                    <a:pt x="116205" y="231458"/>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9" name="Google Shape;199;p3"/>
            <p:cNvSpPr/>
            <p:nvPr/>
          </p:nvSpPr>
          <p:spPr>
            <a:xfrm>
              <a:off x="4900612" y="2525076"/>
              <a:ext cx="61912" cy="388620"/>
            </a:xfrm>
            <a:custGeom>
              <a:rect b="b" l="l" r="r" t="t"/>
              <a:pathLst>
                <a:path extrusionOk="0" h="388620" w="61912">
                  <a:moveTo>
                    <a:pt x="61913" y="388620"/>
                  </a:moveTo>
                  <a:lnTo>
                    <a:pt x="0" y="388620"/>
                  </a:lnTo>
                  <a:lnTo>
                    <a:pt x="0" y="14288"/>
                  </a:lnTo>
                  <a:lnTo>
                    <a:pt x="61913" y="0"/>
                  </a:lnTo>
                  <a:lnTo>
                    <a:pt x="61913"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3"/>
            <p:cNvSpPr/>
            <p:nvPr/>
          </p:nvSpPr>
          <p:spPr>
            <a:xfrm>
              <a:off x="502919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1" name="Google Shape;201;p3"/>
            <p:cNvSpPr/>
            <p:nvPr/>
          </p:nvSpPr>
          <p:spPr>
            <a:xfrm>
              <a:off x="5306377" y="2646997"/>
              <a:ext cx="255269" cy="266700"/>
            </a:xfrm>
            <a:custGeom>
              <a:rect b="b" l="l" r="r" t="t"/>
              <a:pathLst>
                <a:path extrusionOk="0" h="266700" w="255269">
                  <a:moveTo>
                    <a:pt x="255270" y="266700"/>
                  </a:moveTo>
                  <a:lnTo>
                    <a:pt x="183832" y="266700"/>
                  </a:lnTo>
                  <a:lnTo>
                    <a:pt x="126682" y="174307"/>
                  </a:lnTo>
                  <a:lnTo>
                    <a:pt x="125730" y="174307"/>
                  </a:lnTo>
                  <a:lnTo>
                    <a:pt x="70485" y="266700"/>
                  </a:lnTo>
                  <a:lnTo>
                    <a:pt x="0" y="266700"/>
                  </a:lnTo>
                  <a:lnTo>
                    <a:pt x="91440" y="128588"/>
                  </a:lnTo>
                  <a:lnTo>
                    <a:pt x="6667" y="0"/>
                  </a:lnTo>
                  <a:lnTo>
                    <a:pt x="77153" y="0"/>
                  </a:lnTo>
                  <a:lnTo>
                    <a:pt x="127635" y="81915"/>
                  </a:lnTo>
                  <a:lnTo>
                    <a:pt x="128588" y="81915"/>
                  </a:lnTo>
                  <a:lnTo>
                    <a:pt x="178117" y="0"/>
                  </a:lnTo>
                  <a:lnTo>
                    <a:pt x="247650" y="0"/>
                  </a:lnTo>
                  <a:lnTo>
                    <a:pt x="163830" y="127635"/>
                  </a:lnTo>
                  <a:lnTo>
                    <a:pt x="255270" y="26670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2" name="Google Shape;202;p3"/>
            <p:cNvSpPr/>
            <p:nvPr/>
          </p:nvSpPr>
          <p:spPr>
            <a:xfrm>
              <a:off x="5594967" y="2641281"/>
              <a:ext cx="225759" cy="279082"/>
            </a:xfrm>
            <a:custGeom>
              <a:rect b="b" l="l" r="r" t="t"/>
              <a:pathLst>
                <a:path extrusionOk="0" h="279082" w="225759">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5735"/>
                    <a:pt x="59072" y="193358"/>
                  </a:cubicBezTo>
                  <a:cubicBezTo>
                    <a:pt x="59072" y="217170"/>
                    <a:pt x="76217" y="232410"/>
                    <a:pt x="103839" y="23241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3" name="Google Shape;203;p3"/>
            <p:cNvSpPr/>
            <p:nvPr/>
          </p:nvSpPr>
          <p:spPr>
            <a:xfrm>
              <a:off x="5900737"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4" name="Google Shape;204;p3"/>
            <p:cNvSpPr/>
            <p:nvPr/>
          </p:nvSpPr>
          <p:spPr>
            <a:xfrm>
              <a:off x="6195059" y="2525076"/>
              <a:ext cx="248602" cy="396239"/>
            </a:xfrm>
            <a:custGeom>
              <a:rect b="b" l="l" r="r" t="t"/>
              <a:pathLst>
                <a:path extrusionOk="0" h="396239" w="248602">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5" name="Google Shape;205;p3"/>
            <p:cNvSpPr/>
            <p:nvPr/>
          </p:nvSpPr>
          <p:spPr>
            <a:xfrm>
              <a:off x="651128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7" y="53340"/>
                    <a:pt x="242887" y="135255"/>
                  </a:cubicBezTo>
                  <a:cubicBezTo>
                    <a:pt x="242887" y="143828"/>
                    <a:pt x="241935" y="153353"/>
                    <a:pt x="241935" y="160972"/>
                  </a:cubicBezTo>
                  <a:lnTo>
                    <a:pt x="62865" y="160972"/>
                  </a:lnTo>
                  <a:cubicBezTo>
                    <a:pt x="69532" y="201930"/>
                    <a:pt x="94297" y="225743"/>
                    <a:pt x="132397" y="225743"/>
                  </a:cubicBezTo>
                  <a:cubicBezTo>
                    <a:pt x="157162" y="225743"/>
                    <a:pt x="177165" y="216218"/>
                    <a:pt x="198120" y="194310"/>
                  </a:cubicBezTo>
                  <a:lnTo>
                    <a:pt x="237172" y="235268"/>
                  </a:lnTo>
                  <a:cubicBezTo>
                    <a:pt x="206692" y="264795"/>
                    <a:pt x="172403" y="279083"/>
                    <a:pt x="132397" y="279083"/>
                  </a:cubicBezTo>
                  <a:close/>
                  <a:moveTo>
                    <a:pt x="62865" y="115253"/>
                  </a:moveTo>
                  <a:lnTo>
                    <a:pt x="183833" y="115253"/>
                  </a:lnTo>
                  <a:cubicBezTo>
                    <a:pt x="180975" y="74295"/>
                    <a:pt x="160020" y="50482"/>
                    <a:pt x="124778" y="50482"/>
                  </a:cubicBezTo>
                  <a:cubicBezTo>
                    <a:pt x="90488" y="50482"/>
                    <a:pt x="67628"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6" name="Google Shape;206;p3"/>
            <p:cNvSpPr/>
            <p:nvPr/>
          </p:nvSpPr>
          <p:spPr>
            <a:xfrm>
              <a:off x="6824662" y="2641039"/>
              <a:ext cx="160019" cy="272657"/>
            </a:xfrm>
            <a:custGeom>
              <a:rect b="b" l="l" r="r" t="t"/>
              <a:pathLst>
                <a:path extrusionOk="0" h="272657" w="160019">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7" name="Google Shape;207;p3"/>
            <p:cNvSpPr/>
            <p:nvPr/>
          </p:nvSpPr>
          <p:spPr>
            <a:xfrm>
              <a:off x="7023734" y="2721291"/>
              <a:ext cx="130492" cy="59055"/>
            </a:xfrm>
            <a:custGeom>
              <a:rect b="b" l="l" r="r" t="t"/>
              <a:pathLst>
                <a:path extrusionOk="0" h="59055" w="130492">
                  <a:moveTo>
                    <a:pt x="130492" y="59055"/>
                  </a:moveTo>
                  <a:lnTo>
                    <a:pt x="0" y="59055"/>
                  </a:lnTo>
                  <a:lnTo>
                    <a:pt x="0" y="0"/>
                  </a:lnTo>
                  <a:lnTo>
                    <a:pt x="130492" y="0"/>
                  </a:lnTo>
                  <a:lnTo>
                    <a:pt x="130492"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8" name="Google Shape;208;p3"/>
            <p:cNvSpPr/>
            <p:nvPr/>
          </p:nvSpPr>
          <p:spPr>
            <a:xfrm>
              <a:off x="7233284" y="2545079"/>
              <a:ext cx="288607" cy="375284"/>
            </a:xfrm>
            <a:custGeom>
              <a:rect b="b" l="l" r="r" t="t"/>
              <a:pathLst>
                <a:path extrusionOk="0" h="375284" w="288607">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9" name="Google Shape;209;p3"/>
            <p:cNvSpPr/>
            <p:nvPr/>
          </p:nvSpPr>
          <p:spPr>
            <a:xfrm>
              <a:off x="7605712"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0" name="Google Shape;210;p3"/>
            <p:cNvSpPr/>
            <p:nvPr/>
          </p:nvSpPr>
          <p:spPr>
            <a:xfrm>
              <a:off x="790479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1" name="Google Shape;211;p3"/>
            <p:cNvSpPr/>
            <p:nvPr/>
          </p:nvSpPr>
          <p:spPr>
            <a:xfrm>
              <a:off x="8027669" y="2647949"/>
              <a:ext cx="259080" cy="266700"/>
            </a:xfrm>
            <a:custGeom>
              <a:rect b="b" l="l" r="r" t="t"/>
              <a:pathLst>
                <a:path extrusionOk="0" h="266700" w="25908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p3"/>
            <p:cNvSpPr/>
            <p:nvPr/>
          </p:nvSpPr>
          <p:spPr>
            <a:xfrm>
              <a:off x="8315324" y="2641281"/>
              <a:ext cx="242887" cy="279082"/>
            </a:xfrm>
            <a:custGeom>
              <a:rect b="b" l="l" r="r" t="t"/>
              <a:pathLst>
                <a:path extrusionOk="0" h="279082" w="242887">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2" y="115253"/>
                  </a:lnTo>
                  <a:cubicBezTo>
                    <a:pt x="180975" y="74295"/>
                    <a:pt x="160020" y="50482"/>
                    <a:pt x="124777"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3" name="Google Shape;213;p3"/>
            <p:cNvSpPr/>
            <p:nvPr/>
          </p:nvSpPr>
          <p:spPr>
            <a:xfrm>
              <a:off x="8628697"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p3"/>
            <p:cNvSpPr/>
            <p:nvPr/>
          </p:nvSpPr>
          <p:spPr>
            <a:xfrm>
              <a:off x="8818244" y="2640329"/>
              <a:ext cx="205740" cy="280034"/>
            </a:xfrm>
            <a:custGeom>
              <a:rect b="b" l="l" r="r" t="t"/>
              <a:pathLst>
                <a:path extrusionOk="0" h="280034" w="205740">
                  <a:moveTo>
                    <a:pt x="29528" y="198120"/>
                  </a:moveTo>
                  <a:cubicBezTo>
                    <a:pt x="56198" y="218122"/>
                    <a:pt x="80963" y="227647"/>
                    <a:pt x="104775" y="227647"/>
                  </a:cubicBezTo>
                  <a:cubicBezTo>
                    <a:pt x="127635" y="227647"/>
                    <a:pt x="143828" y="217170"/>
                    <a:pt x="143828" y="200978"/>
                  </a:cubicBezTo>
                  <a:cubicBezTo>
                    <a:pt x="143828" y="155258"/>
                    <a:pt x="10478" y="171450"/>
                    <a:pt x="10478" y="82868"/>
                  </a:cubicBezTo>
                  <a:cubicBezTo>
                    <a:pt x="10478" y="33338"/>
                    <a:pt x="51435" y="0"/>
                    <a:pt x="111443" y="0"/>
                  </a:cubicBezTo>
                  <a:cubicBezTo>
                    <a:pt x="143828"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8" y="280035"/>
                    <a:pt x="31432" y="268605"/>
                    <a:pt x="0" y="247650"/>
                  </a:cubicBezTo>
                  <a:lnTo>
                    <a:pt x="29528" y="1981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5" name="Google Shape;215;p3"/>
            <p:cNvSpPr/>
            <p:nvPr/>
          </p:nvSpPr>
          <p:spPr>
            <a:xfrm>
              <a:off x="908208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3"/>
            <p:cNvSpPr/>
            <p:nvPr/>
          </p:nvSpPr>
          <p:spPr>
            <a:xfrm>
              <a:off x="9205912"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7" name="Google Shape;217;p3"/>
            <p:cNvSpPr/>
            <p:nvPr/>
          </p:nvSpPr>
          <p:spPr>
            <a:xfrm>
              <a:off x="9420224" y="2533649"/>
              <a:ext cx="225742" cy="386714"/>
            </a:xfrm>
            <a:custGeom>
              <a:rect b="b" l="l" r="r" t="t"/>
              <a:pathLst>
                <a:path extrusionOk="0" h="386714" w="225742">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2" y="340042"/>
                    <a:pt x="147638" y="328613"/>
                    <a:pt x="164782" y="307658"/>
                  </a:cubicBezTo>
                  <a:lnTo>
                    <a:pt x="164782" y="261938"/>
                  </a:lnTo>
                  <a:cubicBezTo>
                    <a:pt x="150495" y="258127"/>
                    <a:pt x="135255" y="257175"/>
                    <a:pt x="120968" y="257175"/>
                  </a:cubicBezTo>
                  <a:cubicBezTo>
                    <a:pt x="81915" y="257175"/>
                    <a:pt x="59055" y="273367"/>
                    <a:pt x="59055" y="300990"/>
                  </a:cubicBezTo>
                  <a:cubicBezTo>
                    <a:pt x="59055" y="324803"/>
                    <a:pt x="77152" y="340042"/>
                    <a:pt x="103823" y="340042"/>
                  </a:cubicBezTo>
                  <a:close/>
                  <a:moveTo>
                    <a:pt x="172402" y="72390"/>
                  </a:moveTo>
                  <a:cubicBezTo>
                    <a:pt x="152400" y="72390"/>
                    <a:pt x="135255" y="55245"/>
                    <a:pt x="135255" y="36195"/>
                  </a:cubicBezTo>
                  <a:cubicBezTo>
                    <a:pt x="135255" y="17145"/>
                    <a:pt x="152400" y="0"/>
                    <a:pt x="172402" y="0"/>
                  </a:cubicBezTo>
                  <a:cubicBezTo>
                    <a:pt x="192405" y="0"/>
                    <a:pt x="209550" y="17145"/>
                    <a:pt x="209550" y="36195"/>
                  </a:cubicBezTo>
                  <a:cubicBezTo>
                    <a:pt x="209550" y="56198"/>
                    <a:pt x="192405" y="72390"/>
                    <a:pt x="172402" y="7239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8" name="Google Shape;218;p3"/>
            <p:cNvSpPr/>
            <p:nvPr/>
          </p:nvSpPr>
          <p:spPr>
            <a:xfrm>
              <a:off x="9694544"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19" name="Google Shape;219;p3"/>
            <p:cNvSpPr/>
            <p:nvPr/>
          </p:nvSpPr>
          <p:spPr>
            <a:xfrm>
              <a:off x="2179319" y="3121341"/>
              <a:ext cx="292417" cy="369570"/>
            </a:xfrm>
            <a:custGeom>
              <a:rect b="b" l="l" r="r" t="t"/>
              <a:pathLst>
                <a:path extrusionOk="0" h="369570" w="292417">
                  <a:moveTo>
                    <a:pt x="0" y="0"/>
                  </a:moveTo>
                  <a:lnTo>
                    <a:pt x="66675" y="0"/>
                  </a:lnTo>
                  <a:lnTo>
                    <a:pt x="230505" y="257175"/>
                  </a:lnTo>
                  <a:lnTo>
                    <a:pt x="231458" y="257175"/>
                  </a:lnTo>
                  <a:lnTo>
                    <a:pt x="229553" y="0"/>
                  </a:lnTo>
                  <a:lnTo>
                    <a:pt x="292418" y="0"/>
                  </a:lnTo>
                  <a:lnTo>
                    <a:pt x="292418" y="368617"/>
                  </a:lnTo>
                  <a:lnTo>
                    <a:pt x="227647" y="368617"/>
                  </a:lnTo>
                  <a:lnTo>
                    <a:pt x="63818" y="110490"/>
                  </a:lnTo>
                  <a:lnTo>
                    <a:pt x="62865" y="110490"/>
                  </a:lnTo>
                  <a:lnTo>
                    <a:pt x="63818" y="369570"/>
                  </a:lnTo>
                  <a:lnTo>
                    <a:pt x="0" y="36957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3"/>
            <p:cNvSpPr/>
            <p:nvPr/>
          </p:nvSpPr>
          <p:spPr>
            <a:xfrm>
              <a:off x="2543174"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7" y="52388"/>
                  </a:cubicBezTo>
                  <a:cubicBezTo>
                    <a:pt x="83820" y="52388"/>
                    <a:pt x="60008" y="57150"/>
                    <a:pt x="38100" y="67627"/>
                  </a:cubicBezTo>
                  <a:lnTo>
                    <a:pt x="24765" y="15240"/>
                  </a:lnTo>
                  <a:cubicBezTo>
                    <a:pt x="49530" y="5715"/>
                    <a:pt x="81915" y="0"/>
                    <a:pt x="112395" y="0"/>
                  </a:cubicBezTo>
                  <a:cubicBezTo>
                    <a:pt x="187642" y="0"/>
                    <a:pt x="225742" y="35242"/>
                    <a:pt x="225742" y="102870"/>
                  </a:cubicBezTo>
                  <a:lnTo>
                    <a:pt x="225742"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3" y="232410"/>
                  </a:moveTo>
                  <a:cubicBezTo>
                    <a:pt x="126683" y="232410"/>
                    <a:pt x="147638" y="220980"/>
                    <a:pt x="164783" y="200025"/>
                  </a:cubicBezTo>
                  <a:lnTo>
                    <a:pt x="164783" y="153352"/>
                  </a:lnTo>
                  <a:cubicBezTo>
                    <a:pt x="150495" y="149542"/>
                    <a:pt x="135255" y="148590"/>
                    <a:pt x="120967" y="148590"/>
                  </a:cubicBezTo>
                  <a:cubicBezTo>
                    <a:pt x="81915" y="148590"/>
                    <a:pt x="59055" y="164783"/>
                    <a:pt x="59055" y="192405"/>
                  </a:cubicBezTo>
                  <a:cubicBezTo>
                    <a:pt x="59055" y="217170"/>
                    <a:pt x="76200" y="232410"/>
                    <a:pt x="103823"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1" name="Google Shape;221;p3"/>
            <p:cNvSpPr/>
            <p:nvPr/>
          </p:nvSpPr>
          <p:spPr>
            <a:xfrm>
              <a:off x="281749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2" name="Google Shape;222;p3"/>
            <p:cNvSpPr/>
            <p:nvPr/>
          </p:nvSpPr>
          <p:spPr>
            <a:xfrm>
              <a:off x="3038474"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8" y="273367"/>
                  </a:cubicBezTo>
                  <a:cubicBezTo>
                    <a:pt x="44767"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3" name="Google Shape;223;p3"/>
            <p:cNvSpPr/>
            <p:nvPr/>
          </p:nvSpPr>
          <p:spPr>
            <a:xfrm>
              <a:off x="3348989" y="3216591"/>
              <a:ext cx="160019" cy="273367"/>
            </a:xfrm>
            <a:custGeom>
              <a:rect b="b" l="l" r="r" t="t"/>
              <a:pathLst>
                <a:path extrusionOk="0" h="273367" w="160019">
                  <a:moveTo>
                    <a:pt x="160020" y="5715"/>
                  </a:moveTo>
                  <a:lnTo>
                    <a:pt x="150495" y="69533"/>
                  </a:lnTo>
                  <a:cubicBezTo>
                    <a:pt x="140970" y="64770"/>
                    <a:pt x="129540" y="60960"/>
                    <a:pt x="116205" y="60960"/>
                  </a:cubicBezTo>
                  <a:cubicBezTo>
                    <a:pt x="73342" y="60960"/>
                    <a:pt x="61913" y="95250"/>
                    <a:pt x="61913" y="136208"/>
                  </a:cubicBezTo>
                  <a:lnTo>
                    <a:pt x="61913" y="273367"/>
                  </a:lnTo>
                  <a:lnTo>
                    <a:pt x="0" y="273367"/>
                  </a:lnTo>
                  <a:lnTo>
                    <a:pt x="0" y="6668"/>
                  </a:lnTo>
                  <a:lnTo>
                    <a:pt x="60960" y="6668"/>
                  </a:lnTo>
                  <a:lnTo>
                    <a:pt x="60960" y="40005"/>
                  </a:lnTo>
                  <a:lnTo>
                    <a:pt x="61913" y="40005"/>
                  </a:lnTo>
                  <a:cubicBezTo>
                    <a:pt x="76200" y="15240"/>
                    <a:pt x="100965" y="0"/>
                    <a:pt x="131445" y="0"/>
                  </a:cubicBezTo>
                  <a:cubicBezTo>
                    <a:pt x="139065" y="0"/>
                    <a:pt x="150495" y="1905"/>
                    <a:pt x="160020" y="57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3"/>
            <p:cNvSpPr/>
            <p:nvPr/>
          </p:nvSpPr>
          <p:spPr>
            <a:xfrm>
              <a:off x="3548062" y="3224212"/>
              <a:ext cx="376237" cy="266700"/>
            </a:xfrm>
            <a:custGeom>
              <a:rect b="b" l="l" r="r" t="t"/>
              <a:pathLst>
                <a:path extrusionOk="0" h="266700" w="376237">
                  <a:moveTo>
                    <a:pt x="376238" y="0"/>
                  </a:moveTo>
                  <a:lnTo>
                    <a:pt x="297180" y="266700"/>
                  </a:lnTo>
                  <a:lnTo>
                    <a:pt x="237172" y="266700"/>
                  </a:lnTo>
                  <a:lnTo>
                    <a:pt x="188595" y="81915"/>
                  </a:lnTo>
                  <a:lnTo>
                    <a:pt x="187642" y="81915"/>
                  </a:lnTo>
                  <a:lnTo>
                    <a:pt x="139065" y="266700"/>
                  </a:lnTo>
                  <a:lnTo>
                    <a:pt x="79058" y="266700"/>
                  </a:lnTo>
                  <a:lnTo>
                    <a:pt x="0" y="0"/>
                  </a:lnTo>
                  <a:lnTo>
                    <a:pt x="65722" y="0"/>
                  </a:lnTo>
                  <a:lnTo>
                    <a:pt x="111442" y="180022"/>
                  </a:lnTo>
                  <a:lnTo>
                    <a:pt x="112395" y="180022"/>
                  </a:lnTo>
                  <a:lnTo>
                    <a:pt x="160020" y="0"/>
                  </a:lnTo>
                  <a:lnTo>
                    <a:pt x="217170" y="0"/>
                  </a:lnTo>
                  <a:lnTo>
                    <a:pt x="265747" y="180022"/>
                  </a:lnTo>
                  <a:lnTo>
                    <a:pt x="266700" y="180022"/>
                  </a:lnTo>
                  <a:lnTo>
                    <a:pt x="311467" y="0"/>
                  </a:lnTo>
                  <a:lnTo>
                    <a:pt x="376238"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3"/>
            <p:cNvSpPr/>
            <p:nvPr/>
          </p:nvSpPr>
          <p:spPr>
            <a:xfrm>
              <a:off x="3970971" y="3105149"/>
              <a:ext cx="79057" cy="384809"/>
            </a:xfrm>
            <a:custGeom>
              <a:rect b="b" l="l" r="r" t="t"/>
              <a:pathLst>
                <a:path extrusionOk="0" h="384809" w="79057">
                  <a:moveTo>
                    <a:pt x="79058" y="38100"/>
                  </a:moveTo>
                  <a:cubicBezTo>
                    <a:pt x="79058" y="60008"/>
                    <a:pt x="60960" y="76200"/>
                    <a:pt x="39053" y="76200"/>
                  </a:cubicBezTo>
                  <a:cubicBezTo>
                    <a:pt x="17145" y="76200"/>
                    <a:pt x="0" y="60008"/>
                    <a:pt x="0" y="38100"/>
                  </a:cubicBezTo>
                  <a:cubicBezTo>
                    <a:pt x="0" y="16192"/>
                    <a:pt x="18098" y="0"/>
                    <a:pt x="39053" y="0"/>
                  </a:cubicBezTo>
                  <a:cubicBezTo>
                    <a:pt x="60960" y="0"/>
                    <a:pt x="79058" y="16192"/>
                    <a:pt x="79058" y="38100"/>
                  </a:cubicBezTo>
                  <a:close/>
                  <a:moveTo>
                    <a:pt x="70485" y="384810"/>
                  </a:moveTo>
                  <a:lnTo>
                    <a:pt x="8573" y="384810"/>
                  </a:lnTo>
                  <a:lnTo>
                    <a:pt x="8573"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6" name="Google Shape;226;p3"/>
            <p:cNvSpPr/>
            <p:nvPr/>
          </p:nvSpPr>
          <p:spPr>
            <a:xfrm>
              <a:off x="4099559" y="3216591"/>
              <a:ext cx="205740" cy="280035"/>
            </a:xfrm>
            <a:custGeom>
              <a:rect b="b" l="l" r="r" t="t"/>
              <a:pathLst>
                <a:path extrusionOk="0" h="280035" w="20574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7" name="Google Shape;227;p3"/>
            <p:cNvSpPr/>
            <p:nvPr/>
          </p:nvSpPr>
          <p:spPr>
            <a:xfrm>
              <a:off x="4346256"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8" name="Google Shape;228;p3"/>
            <p:cNvSpPr/>
            <p:nvPr/>
          </p:nvSpPr>
          <p:spPr>
            <a:xfrm>
              <a:off x="4601527" y="3217544"/>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3" y="279083"/>
                    <a:pt x="132397" y="279083"/>
                  </a:cubicBezTo>
                  <a:close/>
                  <a:moveTo>
                    <a:pt x="62865" y="115252"/>
                  </a:moveTo>
                  <a:lnTo>
                    <a:pt x="183832" y="115252"/>
                  </a:lnTo>
                  <a:cubicBezTo>
                    <a:pt x="180975" y="74295"/>
                    <a:pt x="160020" y="50482"/>
                    <a:pt x="124778" y="50482"/>
                  </a:cubicBezTo>
                  <a:cubicBezTo>
                    <a:pt x="89535" y="50482"/>
                    <a:pt x="67628"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3"/>
            <p:cNvSpPr/>
            <p:nvPr/>
          </p:nvSpPr>
          <p:spPr>
            <a:xfrm>
              <a:off x="4913946" y="3217544"/>
              <a:ext cx="228600" cy="273367"/>
            </a:xfrm>
            <a:custGeom>
              <a:rect b="b" l="l" r="r" t="t"/>
              <a:pathLst>
                <a:path extrusionOk="0" h="273367" w="22860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8" y="15240"/>
                    <a:pt x="106680" y="0"/>
                    <a:pt x="140970" y="0"/>
                  </a:cubicBezTo>
                  <a:cubicBezTo>
                    <a:pt x="201930" y="0"/>
                    <a:pt x="228600" y="44767"/>
                    <a:pt x="228600" y="107633"/>
                  </a:cubicBezTo>
                  <a:lnTo>
                    <a:pt x="228600" y="2724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0" name="Google Shape;230;p3"/>
            <p:cNvSpPr/>
            <p:nvPr/>
          </p:nvSpPr>
          <p:spPr>
            <a:xfrm>
              <a:off x="5198744"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1" name="Google Shape;231;p3"/>
            <p:cNvSpPr/>
            <p:nvPr/>
          </p:nvSpPr>
          <p:spPr>
            <a:xfrm>
              <a:off x="5454967" y="3216591"/>
              <a:ext cx="224789" cy="280035"/>
            </a:xfrm>
            <a:custGeom>
              <a:rect b="b" l="l" r="r" t="t"/>
              <a:pathLst>
                <a:path extrusionOk="0" h="280035" w="224789">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2" name="Google Shape;232;p3"/>
            <p:cNvSpPr/>
            <p:nvPr/>
          </p:nvSpPr>
          <p:spPr>
            <a:xfrm>
              <a:off x="5733096" y="3101339"/>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3" name="Google Shape;233;p3"/>
            <p:cNvSpPr/>
            <p:nvPr/>
          </p:nvSpPr>
          <p:spPr>
            <a:xfrm>
              <a:off x="6023609"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8" y="52388"/>
                  </a:cubicBezTo>
                  <a:cubicBezTo>
                    <a:pt x="83820" y="52388"/>
                    <a:pt x="60008"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3" y="232410"/>
                    <a:pt x="147638" y="220980"/>
                    <a:pt x="164783" y="200025"/>
                  </a:cubicBezTo>
                  <a:lnTo>
                    <a:pt x="164783" y="153352"/>
                  </a:lnTo>
                  <a:cubicBezTo>
                    <a:pt x="150495" y="149542"/>
                    <a:pt x="135255" y="148590"/>
                    <a:pt x="120968" y="148590"/>
                  </a:cubicBezTo>
                  <a:cubicBezTo>
                    <a:pt x="81915" y="148590"/>
                    <a:pt x="59055" y="164783"/>
                    <a:pt x="59055" y="192405"/>
                  </a:cubicBezTo>
                  <a:cubicBezTo>
                    <a:pt x="60008" y="217170"/>
                    <a:pt x="77153" y="232410"/>
                    <a:pt x="103822"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3"/>
            <p:cNvSpPr/>
            <p:nvPr/>
          </p:nvSpPr>
          <p:spPr>
            <a:xfrm>
              <a:off x="6299834" y="3097529"/>
              <a:ext cx="162877" cy="391477"/>
            </a:xfrm>
            <a:custGeom>
              <a:rect b="b" l="l" r="r" t="t"/>
              <a:pathLst>
                <a:path extrusionOk="0" h="391477" w="162877">
                  <a:moveTo>
                    <a:pt x="162878" y="58103"/>
                  </a:moveTo>
                  <a:cubicBezTo>
                    <a:pt x="154305" y="54293"/>
                    <a:pt x="144780" y="52388"/>
                    <a:pt x="135255" y="52388"/>
                  </a:cubicBezTo>
                  <a:cubicBezTo>
                    <a:pt x="111443" y="52388"/>
                    <a:pt x="101918" y="64770"/>
                    <a:pt x="101918" y="89535"/>
                  </a:cubicBezTo>
                  <a:lnTo>
                    <a:pt x="101918" y="125730"/>
                  </a:lnTo>
                  <a:lnTo>
                    <a:pt x="155258" y="125730"/>
                  </a:lnTo>
                  <a:lnTo>
                    <a:pt x="155258" y="177165"/>
                  </a:lnTo>
                  <a:lnTo>
                    <a:pt x="102870" y="177165"/>
                  </a:lnTo>
                  <a:lnTo>
                    <a:pt x="102870" y="391478"/>
                  </a:lnTo>
                  <a:lnTo>
                    <a:pt x="40958" y="391478"/>
                  </a:lnTo>
                  <a:lnTo>
                    <a:pt x="40958" y="177165"/>
                  </a:lnTo>
                  <a:lnTo>
                    <a:pt x="0" y="177165"/>
                  </a:lnTo>
                  <a:lnTo>
                    <a:pt x="0" y="126683"/>
                  </a:lnTo>
                  <a:lnTo>
                    <a:pt x="40958" y="126683"/>
                  </a:lnTo>
                  <a:lnTo>
                    <a:pt x="40958" y="88583"/>
                  </a:lnTo>
                  <a:cubicBezTo>
                    <a:pt x="40958" y="33338"/>
                    <a:pt x="65722" y="0"/>
                    <a:pt x="125730" y="0"/>
                  </a:cubicBezTo>
                  <a:cubicBezTo>
                    <a:pt x="139065" y="0"/>
                    <a:pt x="152400" y="1905"/>
                    <a:pt x="162878" y="5715"/>
                  </a:cubicBezTo>
                  <a:lnTo>
                    <a:pt x="162878" y="5810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3"/>
            <p:cNvSpPr/>
            <p:nvPr/>
          </p:nvSpPr>
          <p:spPr>
            <a:xfrm>
              <a:off x="6497002"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3"/>
            <p:cNvSpPr/>
            <p:nvPr/>
          </p:nvSpPr>
          <p:spPr>
            <a:xfrm>
              <a:off x="6725601"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7" name="Google Shape;237;p3"/>
            <p:cNvSpPr/>
            <p:nvPr/>
          </p:nvSpPr>
          <p:spPr>
            <a:xfrm>
              <a:off x="6861809" y="3105149"/>
              <a:ext cx="79057" cy="384809"/>
            </a:xfrm>
            <a:custGeom>
              <a:rect b="b" l="l" r="r" t="t"/>
              <a:pathLst>
                <a:path extrusionOk="0" h="384809" w="79057">
                  <a:moveTo>
                    <a:pt x="79057" y="38100"/>
                  </a:moveTo>
                  <a:cubicBezTo>
                    <a:pt x="79057" y="60008"/>
                    <a:pt x="60960" y="76200"/>
                    <a:pt x="39052" y="76200"/>
                  </a:cubicBezTo>
                  <a:cubicBezTo>
                    <a:pt x="17145" y="76200"/>
                    <a:pt x="0" y="60008"/>
                    <a:pt x="0" y="38100"/>
                  </a:cubicBezTo>
                  <a:cubicBezTo>
                    <a:pt x="0" y="16192"/>
                    <a:pt x="18097" y="0"/>
                    <a:pt x="39052" y="0"/>
                  </a:cubicBezTo>
                  <a:cubicBezTo>
                    <a:pt x="60960" y="0"/>
                    <a:pt x="79057" y="16192"/>
                    <a:pt x="79057" y="38100"/>
                  </a:cubicBezTo>
                  <a:close/>
                  <a:moveTo>
                    <a:pt x="70485" y="384810"/>
                  </a:moveTo>
                  <a:lnTo>
                    <a:pt x="8572" y="384810"/>
                  </a:lnTo>
                  <a:lnTo>
                    <a:pt x="8572"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8" name="Google Shape;238;p3"/>
            <p:cNvSpPr/>
            <p:nvPr/>
          </p:nvSpPr>
          <p:spPr>
            <a:xfrm>
              <a:off x="6998969" y="3216591"/>
              <a:ext cx="224790" cy="280035"/>
            </a:xfrm>
            <a:custGeom>
              <a:rect b="b" l="l" r="r" t="t"/>
              <a:pathLst>
                <a:path extrusionOk="0" h="280035" w="22479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39" name="Google Shape;239;p3"/>
            <p:cNvSpPr/>
            <p:nvPr/>
          </p:nvSpPr>
          <p:spPr>
            <a:xfrm>
              <a:off x="7277099" y="3101339"/>
              <a:ext cx="229552" cy="389572"/>
            </a:xfrm>
            <a:custGeom>
              <a:rect b="b" l="l" r="r" t="t"/>
              <a:pathLst>
                <a:path extrusionOk="0" h="389572" w="229552">
                  <a:moveTo>
                    <a:pt x="229552" y="388620"/>
                  </a:moveTo>
                  <a:lnTo>
                    <a:pt x="166688" y="388620"/>
                  </a:lnTo>
                  <a:lnTo>
                    <a:pt x="166688" y="236220"/>
                  </a:lnTo>
                  <a:cubicBezTo>
                    <a:pt x="166688" y="197168"/>
                    <a:pt x="154305" y="171450"/>
                    <a:pt x="117157"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0" name="Google Shape;240;p3"/>
            <p:cNvSpPr/>
            <p:nvPr/>
          </p:nvSpPr>
          <p:spPr>
            <a:xfrm>
              <a:off x="7571422" y="3217544"/>
              <a:ext cx="242887" cy="279082"/>
            </a:xfrm>
            <a:custGeom>
              <a:rect b="b" l="l" r="r" t="t"/>
              <a:pathLst>
                <a:path extrusionOk="0" h="279082" w="242887">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1" name="Google Shape;241;p3"/>
            <p:cNvSpPr/>
            <p:nvPr/>
          </p:nvSpPr>
          <p:spPr>
            <a:xfrm>
              <a:off x="8041956" y="3122294"/>
              <a:ext cx="231457" cy="368617"/>
            </a:xfrm>
            <a:custGeom>
              <a:rect b="b" l="l" r="r" t="t"/>
              <a:pathLst>
                <a:path extrusionOk="0" h="368617" w="231457">
                  <a:moveTo>
                    <a:pt x="231457" y="60007"/>
                  </a:moveTo>
                  <a:lnTo>
                    <a:pt x="65723" y="60007"/>
                  </a:lnTo>
                  <a:lnTo>
                    <a:pt x="65723" y="151447"/>
                  </a:lnTo>
                  <a:lnTo>
                    <a:pt x="189548" y="151447"/>
                  </a:lnTo>
                  <a:lnTo>
                    <a:pt x="189548" y="211455"/>
                  </a:lnTo>
                  <a:lnTo>
                    <a:pt x="65723" y="211455"/>
                  </a:lnTo>
                  <a:lnTo>
                    <a:pt x="65723" y="368617"/>
                  </a:lnTo>
                  <a:lnTo>
                    <a:pt x="0" y="368617"/>
                  </a:lnTo>
                  <a:lnTo>
                    <a:pt x="0" y="0"/>
                  </a:lnTo>
                  <a:lnTo>
                    <a:pt x="231457" y="0"/>
                  </a:lnTo>
                  <a:lnTo>
                    <a:pt x="231457" y="6000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2" name="Google Shape;242;p3"/>
            <p:cNvSpPr/>
            <p:nvPr/>
          </p:nvSpPr>
          <p:spPr>
            <a:xfrm>
              <a:off x="8285780" y="3217544"/>
              <a:ext cx="225758" cy="279082"/>
            </a:xfrm>
            <a:custGeom>
              <a:rect b="b" l="l" r="r" t="t"/>
              <a:pathLst>
                <a:path extrusionOk="0" h="279082" w="225758">
                  <a:moveTo>
                    <a:pt x="114317" y="107633"/>
                  </a:moveTo>
                  <a:cubicBezTo>
                    <a:pt x="131462" y="107633"/>
                    <a:pt x="147654" y="108585"/>
                    <a:pt x="164799" y="113347"/>
                  </a:cubicBezTo>
                  <a:lnTo>
                    <a:pt x="164799" y="103822"/>
                  </a:lnTo>
                  <a:cubicBezTo>
                    <a:pt x="164799" y="69532"/>
                    <a:pt x="144796" y="52388"/>
                    <a:pt x="105744" y="52388"/>
                  </a:cubicBezTo>
                  <a:cubicBezTo>
                    <a:pt x="83837" y="52388"/>
                    <a:pt x="60024" y="57150"/>
                    <a:pt x="38117" y="67627"/>
                  </a:cubicBezTo>
                  <a:lnTo>
                    <a:pt x="24781" y="15240"/>
                  </a:lnTo>
                  <a:cubicBezTo>
                    <a:pt x="49546" y="5715"/>
                    <a:pt x="81931" y="0"/>
                    <a:pt x="112412" y="0"/>
                  </a:cubicBezTo>
                  <a:cubicBezTo>
                    <a:pt x="187659" y="0"/>
                    <a:pt x="225759" y="35242"/>
                    <a:pt x="225759" y="102870"/>
                  </a:cubicBezTo>
                  <a:lnTo>
                    <a:pt x="225759" y="273367"/>
                  </a:lnTo>
                  <a:lnTo>
                    <a:pt x="166704" y="273367"/>
                  </a:lnTo>
                  <a:lnTo>
                    <a:pt x="166704" y="244792"/>
                  </a:lnTo>
                  <a:lnTo>
                    <a:pt x="165751" y="244792"/>
                  </a:lnTo>
                  <a:cubicBezTo>
                    <a:pt x="142892" y="268605"/>
                    <a:pt x="119079" y="279083"/>
                    <a:pt x="87646" y="279083"/>
                  </a:cubicBezTo>
                  <a:cubicBezTo>
                    <a:pt x="34306" y="279083"/>
                    <a:pt x="17" y="245745"/>
                    <a:pt x="17" y="194310"/>
                  </a:cubicBezTo>
                  <a:cubicBezTo>
                    <a:pt x="-936" y="138113"/>
                    <a:pt x="39069" y="107633"/>
                    <a:pt x="114317" y="107633"/>
                  </a:cubicBezTo>
                  <a:close/>
                  <a:moveTo>
                    <a:pt x="103839" y="232410"/>
                  </a:moveTo>
                  <a:cubicBezTo>
                    <a:pt x="126699" y="232410"/>
                    <a:pt x="147654" y="220980"/>
                    <a:pt x="164799" y="200025"/>
                  </a:cubicBezTo>
                  <a:lnTo>
                    <a:pt x="164799" y="153352"/>
                  </a:lnTo>
                  <a:cubicBezTo>
                    <a:pt x="150512" y="149542"/>
                    <a:pt x="135271" y="148590"/>
                    <a:pt x="120984" y="148590"/>
                  </a:cubicBezTo>
                  <a:cubicBezTo>
                    <a:pt x="81931" y="148590"/>
                    <a:pt x="59071" y="164783"/>
                    <a:pt x="59071" y="192405"/>
                  </a:cubicBezTo>
                  <a:cubicBezTo>
                    <a:pt x="59071" y="217170"/>
                    <a:pt x="76217" y="232410"/>
                    <a:pt x="103839"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3" name="Google Shape;243;p3"/>
            <p:cNvSpPr/>
            <p:nvPr/>
          </p:nvSpPr>
          <p:spPr>
            <a:xfrm>
              <a:off x="8590597" y="3101339"/>
              <a:ext cx="234314" cy="389572"/>
            </a:xfrm>
            <a:custGeom>
              <a:rect b="b" l="l" r="r" t="t"/>
              <a:pathLst>
                <a:path extrusionOk="0" h="389572" w="234314">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4" name="Google Shape;244;p3"/>
            <p:cNvSpPr/>
            <p:nvPr/>
          </p:nvSpPr>
          <p:spPr>
            <a:xfrm>
              <a:off x="8870631"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8"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5" name="Google Shape;245;p3"/>
            <p:cNvSpPr/>
            <p:nvPr/>
          </p:nvSpPr>
          <p:spPr>
            <a:xfrm>
              <a:off x="9180194"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3"/>
            <p:cNvSpPr/>
            <p:nvPr/>
          </p:nvSpPr>
          <p:spPr>
            <a:xfrm>
              <a:off x="9297351" y="3138487"/>
              <a:ext cx="165735" cy="358140"/>
            </a:xfrm>
            <a:custGeom>
              <a:rect b="b" l="l" r="r" t="t"/>
              <a:pathLst>
                <a:path extrusionOk="0" h="358140" w="165735">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3" y="303847"/>
                    <a:pt x="155258"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7" name="Google Shape;247;p3"/>
            <p:cNvSpPr/>
            <p:nvPr/>
          </p:nvSpPr>
          <p:spPr>
            <a:xfrm>
              <a:off x="9511664" y="3109912"/>
              <a:ext cx="225742" cy="386715"/>
            </a:xfrm>
            <a:custGeom>
              <a:rect b="b" l="l" r="r" t="t"/>
              <a:pathLst>
                <a:path extrusionOk="0" h="386715" w="225742">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3" y="107633"/>
                    <a:pt x="225743" y="142875"/>
                    <a:pt x="225743" y="210503"/>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0985"/>
                  </a:lnTo>
                  <a:cubicBezTo>
                    <a:pt x="150495" y="257175"/>
                    <a:pt x="135255" y="256222"/>
                    <a:pt x="120968" y="256222"/>
                  </a:cubicBezTo>
                  <a:cubicBezTo>
                    <a:pt x="81915" y="256222"/>
                    <a:pt x="59055" y="272415"/>
                    <a:pt x="59055" y="300038"/>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3"/>
            <p:cNvSpPr/>
            <p:nvPr/>
          </p:nvSpPr>
          <p:spPr>
            <a:xfrm>
              <a:off x="978598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 Blau" showMasterSp="0">
  <p:cSld name="Nur Titel | Blau">
    <p:bg>
      <p:bgPr>
        <a:solidFill>
          <a:schemeClr val="dk2"/>
        </a:solidFill>
      </p:bgPr>
    </p:bg>
    <p:spTree>
      <p:nvGrpSpPr>
        <p:cNvPr id="249" name="Shape 249"/>
        <p:cNvGrpSpPr/>
        <p:nvPr/>
      </p:nvGrpSpPr>
      <p:grpSpPr>
        <a:xfrm>
          <a:off x="0" y="0"/>
          <a:ext cx="0" cy="0"/>
          <a:chOff x="0" y="0"/>
          <a:chExt cx="0" cy="0"/>
        </a:xfrm>
      </p:grpSpPr>
      <p:sp>
        <p:nvSpPr>
          <p:cNvPr id="250" name="Google Shape;250;p4"/>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2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4"/>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4"/>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4"/>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254" name="Google Shape;254;p4"/>
          <p:cNvSpPr/>
          <p:nvPr/>
        </p:nvSpPr>
        <p:spPr>
          <a:xfrm>
            <a:off x="387900" y="6538526"/>
            <a:ext cx="8756100" cy="108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255" name="Google Shape;255;p4"/>
          <p:cNvSpPr/>
          <p:nvPr/>
        </p:nvSpPr>
        <p:spPr>
          <a:xfrm>
            <a:off x="388800" y="1196733"/>
            <a:ext cx="8757047" cy="720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256" name="Google Shape;256;p4"/>
          <p:cNvSpPr/>
          <p:nvPr>
            <p:ph idx="2" type="pic"/>
          </p:nvPr>
        </p:nvSpPr>
        <p:spPr>
          <a:xfrm>
            <a:off x="6328017" y="301186"/>
            <a:ext cx="810000" cy="386413"/>
          </a:xfrm>
          <a:prstGeom prst="rect">
            <a:avLst/>
          </a:prstGeom>
          <a:noFill/>
          <a:ln>
            <a:noFill/>
          </a:ln>
        </p:spPr>
      </p:sp>
      <p:grpSp>
        <p:nvGrpSpPr>
          <p:cNvPr id="257" name="Google Shape;257;p4"/>
          <p:cNvGrpSpPr/>
          <p:nvPr/>
        </p:nvGrpSpPr>
        <p:grpSpPr>
          <a:xfrm>
            <a:off x="-292893" y="160153"/>
            <a:ext cx="250031" cy="136812"/>
            <a:chOff x="-133350" y="2711163"/>
            <a:chExt cx="333375" cy="136812"/>
          </a:xfrm>
        </p:grpSpPr>
        <p:cxnSp>
          <p:nvCxnSpPr>
            <p:cNvPr id="258" name="Google Shape;258;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59" name="Google Shape;259;p4"/>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260" name="Google Shape;260;p4"/>
          <p:cNvGrpSpPr/>
          <p:nvPr/>
        </p:nvGrpSpPr>
        <p:grpSpPr>
          <a:xfrm>
            <a:off x="-292893" y="1131703"/>
            <a:ext cx="250031" cy="136812"/>
            <a:chOff x="-133350" y="2711163"/>
            <a:chExt cx="333375" cy="136812"/>
          </a:xfrm>
        </p:grpSpPr>
        <p:cxnSp>
          <p:nvCxnSpPr>
            <p:cNvPr id="261" name="Google Shape;261;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62" name="Google Shape;262;p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263" name="Google Shape;263;p4"/>
          <p:cNvGrpSpPr/>
          <p:nvPr/>
        </p:nvGrpSpPr>
        <p:grpSpPr>
          <a:xfrm>
            <a:off x="-292893" y="1491963"/>
            <a:ext cx="250031" cy="136812"/>
            <a:chOff x="-133350" y="2711163"/>
            <a:chExt cx="333375" cy="136812"/>
          </a:xfrm>
        </p:grpSpPr>
        <p:cxnSp>
          <p:nvCxnSpPr>
            <p:cNvPr id="264" name="Google Shape;264;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65" name="Google Shape;265;p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266" name="Google Shape;266;p4"/>
          <p:cNvGrpSpPr/>
          <p:nvPr/>
        </p:nvGrpSpPr>
        <p:grpSpPr>
          <a:xfrm>
            <a:off x="-292893" y="3292188"/>
            <a:ext cx="250031" cy="136812"/>
            <a:chOff x="-133350" y="2711163"/>
            <a:chExt cx="333375" cy="136812"/>
          </a:xfrm>
        </p:grpSpPr>
        <p:cxnSp>
          <p:nvCxnSpPr>
            <p:cNvPr id="267" name="Google Shape;267;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68" name="Google Shape;268;p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269" name="Google Shape;269;p4"/>
          <p:cNvGrpSpPr/>
          <p:nvPr/>
        </p:nvGrpSpPr>
        <p:grpSpPr>
          <a:xfrm>
            <a:off x="-292893" y="6063963"/>
            <a:ext cx="250031" cy="136812"/>
            <a:chOff x="-133350" y="2711163"/>
            <a:chExt cx="333375" cy="136812"/>
          </a:xfrm>
        </p:grpSpPr>
        <p:cxnSp>
          <p:nvCxnSpPr>
            <p:cNvPr id="270" name="Google Shape;270;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71" name="Google Shape;271;p4"/>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272" name="Google Shape;272;p4"/>
          <p:cNvGrpSpPr/>
          <p:nvPr/>
        </p:nvGrpSpPr>
        <p:grpSpPr>
          <a:xfrm>
            <a:off x="-292893" y="6495763"/>
            <a:ext cx="250031" cy="136812"/>
            <a:chOff x="-133350" y="2711163"/>
            <a:chExt cx="333375" cy="136812"/>
          </a:xfrm>
        </p:grpSpPr>
        <p:cxnSp>
          <p:nvCxnSpPr>
            <p:cNvPr id="273" name="Google Shape;273;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74" name="Google Shape;274;p4"/>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275" name="Google Shape;275;p4"/>
          <p:cNvGrpSpPr/>
          <p:nvPr/>
        </p:nvGrpSpPr>
        <p:grpSpPr>
          <a:xfrm rot="-5400000">
            <a:off x="169567" y="-282035"/>
            <a:ext cx="333375" cy="102606"/>
            <a:chOff x="-133350" y="2711167"/>
            <a:chExt cx="333375" cy="136808"/>
          </a:xfrm>
        </p:grpSpPr>
        <p:cxnSp>
          <p:nvCxnSpPr>
            <p:cNvPr id="276" name="Google Shape;276;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77" name="Google Shape;277;p4"/>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278" name="Google Shape;278;p4"/>
          <p:cNvGrpSpPr/>
          <p:nvPr/>
        </p:nvGrpSpPr>
        <p:grpSpPr>
          <a:xfrm rot="-5400000">
            <a:off x="4273057" y="-282036"/>
            <a:ext cx="333375" cy="102603"/>
            <a:chOff x="-133350" y="2711171"/>
            <a:chExt cx="333375" cy="136804"/>
          </a:xfrm>
        </p:grpSpPr>
        <p:cxnSp>
          <p:nvCxnSpPr>
            <p:cNvPr id="279" name="Google Shape;279;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80" name="Google Shape;280;p4"/>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281" name="Google Shape;281;p4"/>
          <p:cNvGrpSpPr/>
          <p:nvPr/>
        </p:nvGrpSpPr>
        <p:grpSpPr>
          <a:xfrm>
            <a:off x="4652949" y="-397423"/>
            <a:ext cx="93680" cy="333375"/>
            <a:chOff x="6416680" y="-397423"/>
            <a:chExt cx="124907" cy="333375"/>
          </a:xfrm>
        </p:grpSpPr>
        <p:cxnSp>
          <p:nvCxnSpPr>
            <p:cNvPr id="282" name="Google Shape;282;p4"/>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83" name="Google Shape;283;p4"/>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284" name="Google Shape;284;p4"/>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285" name="Google Shape;285;p4"/>
          <p:cNvGrpSpPr/>
          <p:nvPr/>
        </p:nvGrpSpPr>
        <p:grpSpPr>
          <a:xfrm rot="-5400000">
            <a:off x="8543829" y="-282039"/>
            <a:ext cx="333375" cy="102600"/>
            <a:chOff x="-133350" y="2711175"/>
            <a:chExt cx="333375" cy="136800"/>
          </a:xfrm>
        </p:grpSpPr>
        <p:cxnSp>
          <p:nvCxnSpPr>
            <p:cNvPr id="286" name="Google Shape;286;p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87" name="Google Shape;287;p4"/>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288" name="Google Shape;288;p4"/>
          <p:cNvSpPr txBox="1"/>
          <p:nvPr>
            <p:ph idx="1"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chemeClr val="lt2"/>
              </a:buClr>
              <a:buSzPts val="1400"/>
              <a:buNone/>
              <a:defRPr sz="1400">
                <a:solidFill>
                  <a:schemeClr val="lt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289" name="Google Shape;289;p4"/>
          <p:cNvSpPr/>
          <p:nvPr/>
        </p:nvSpPr>
        <p:spPr>
          <a:xfrm>
            <a:off x="7673724" y="296770"/>
            <a:ext cx="1080000" cy="412328"/>
          </a:xfrm>
          <a:custGeom>
            <a:rect b="b" l="l" r="r" t="t"/>
            <a:pathLst>
              <a:path extrusionOk="0" h="1831428" w="479701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lussfolie" showMasterSp="0">
  <p:cSld name="Schlussfolie">
    <p:bg>
      <p:bgPr>
        <a:solidFill>
          <a:schemeClr val="dk2"/>
        </a:solidFill>
      </p:bgPr>
    </p:bg>
    <p:spTree>
      <p:nvGrpSpPr>
        <p:cNvPr id="290" name="Shape 290"/>
        <p:cNvGrpSpPr/>
        <p:nvPr/>
      </p:nvGrpSpPr>
      <p:grpSpPr>
        <a:xfrm>
          <a:off x="0" y="0"/>
          <a:ext cx="0" cy="0"/>
          <a:chOff x="0" y="0"/>
          <a:chExt cx="0" cy="0"/>
        </a:xfrm>
      </p:grpSpPr>
      <p:sp>
        <p:nvSpPr>
          <p:cNvPr id="291" name="Google Shape;291;p5"/>
          <p:cNvSpPr txBox="1"/>
          <p:nvPr>
            <p:ph idx="1" type="body"/>
          </p:nvPr>
        </p:nvSpPr>
        <p:spPr>
          <a:xfrm>
            <a:off x="0" y="1628776"/>
            <a:ext cx="9144000" cy="5229225"/>
          </a:xfrm>
          <a:prstGeom prst="rect">
            <a:avLst/>
          </a:prstGeom>
          <a:gradFill>
            <a:gsLst>
              <a:gs pos="0">
                <a:schemeClr val="accent4"/>
              </a:gs>
              <a:gs pos="5000">
                <a:schemeClr val="accent4"/>
              </a:gs>
              <a:gs pos="50000">
                <a:srgbClr val="7BB725">
                  <a:alpha val="49803"/>
                </a:srgbClr>
              </a:gs>
              <a:gs pos="100000">
                <a:srgbClr val="7BB725">
                  <a:alpha val="20000"/>
                </a:srgbClr>
              </a:gs>
            </a:gsLst>
            <a:lin ang="5400000" scaled="0"/>
          </a:gradFill>
          <a:ln>
            <a:noFill/>
          </a:ln>
        </p:spPr>
        <p:txBody>
          <a:bodyPr anchorCtr="0" anchor="t" bIns="0" lIns="540000" spcFirstLastPara="1" rIns="0" wrap="square" tIns="1188000">
            <a:noAutofit/>
          </a:bodyPr>
          <a:lstStyle>
            <a:lvl1pPr indent="-228600" lvl="0" marL="457200" algn="l">
              <a:lnSpc>
                <a:spcPct val="110000"/>
              </a:lnSpc>
              <a:spcBef>
                <a:spcPts val="0"/>
              </a:spcBef>
              <a:spcAft>
                <a:spcPts val="0"/>
              </a:spcAft>
              <a:buClr>
                <a:schemeClr val="lt1"/>
              </a:buClr>
              <a:buSzPts val="3000"/>
              <a:buNone/>
              <a:defRPr b="1" sz="3000">
                <a:latin typeface="Arial"/>
                <a:ea typeface="Arial"/>
                <a:cs typeface="Arial"/>
                <a:sym typeface="Aria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292" name="Google Shape;292;p5"/>
          <p:cNvSpPr/>
          <p:nvPr>
            <p:ph idx="2" type="pic"/>
          </p:nvPr>
        </p:nvSpPr>
        <p:spPr>
          <a:xfrm>
            <a:off x="0" y="1628775"/>
            <a:ext cx="9144000" cy="5229226"/>
          </a:xfrm>
          <a:prstGeom prst="rect">
            <a:avLst/>
          </a:prstGeom>
          <a:solidFill>
            <a:srgbClr val="F2F2F2"/>
          </a:solidFill>
          <a:ln>
            <a:noFill/>
          </a:ln>
        </p:spPr>
      </p:sp>
      <p:sp>
        <p:nvSpPr>
          <p:cNvPr id="293" name="Google Shape;293;p5"/>
          <p:cNvSpPr/>
          <p:nvPr/>
        </p:nvSpPr>
        <p:spPr>
          <a:xfrm>
            <a:off x="388800" y="1196733"/>
            <a:ext cx="8757047" cy="720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294" name="Google Shape;294;p5"/>
          <p:cNvSpPr txBox="1"/>
          <p:nvPr>
            <p:ph idx="3" type="body"/>
          </p:nvPr>
        </p:nvSpPr>
        <p:spPr>
          <a:xfrm>
            <a:off x="388738" y="2843231"/>
            <a:ext cx="8368309" cy="1171539"/>
          </a:xfrm>
          <a:prstGeom prst="rect">
            <a:avLst/>
          </a:prstGeom>
          <a:noFill/>
          <a:ln>
            <a:noFill/>
          </a:ln>
        </p:spPr>
        <p:txBody>
          <a:bodyPr anchorCtr="0" anchor="ctr" bIns="0" lIns="0" spcFirstLastPara="1" rIns="360000" wrap="square" tIns="0">
            <a:spAutoFit/>
          </a:bodyPr>
          <a:lstStyle>
            <a:lvl1pPr indent="-228600" lvl="0" marL="457200" algn="l">
              <a:lnSpc>
                <a:spcPct val="110000"/>
              </a:lnSpc>
              <a:spcBef>
                <a:spcPts val="0"/>
              </a:spcBef>
              <a:spcAft>
                <a:spcPts val="0"/>
              </a:spcAft>
              <a:buClr>
                <a:schemeClr val="lt1"/>
              </a:buClr>
              <a:buSzPts val="3600"/>
              <a:buNone/>
              <a:defRPr b="1" sz="3600">
                <a:latin typeface="Arial"/>
                <a:ea typeface="Arial"/>
                <a:cs typeface="Arial"/>
                <a:sym typeface="Arial"/>
              </a:defRPr>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grpSp>
        <p:nvGrpSpPr>
          <p:cNvPr id="295" name="Google Shape;295;p5"/>
          <p:cNvGrpSpPr/>
          <p:nvPr/>
        </p:nvGrpSpPr>
        <p:grpSpPr>
          <a:xfrm>
            <a:off x="-292893" y="160153"/>
            <a:ext cx="250031" cy="136812"/>
            <a:chOff x="-133350" y="2711163"/>
            <a:chExt cx="333375" cy="136812"/>
          </a:xfrm>
        </p:grpSpPr>
        <p:cxnSp>
          <p:nvCxnSpPr>
            <p:cNvPr id="296" name="Google Shape;296;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97" name="Google Shape;297;p5"/>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298" name="Google Shape;298;p5"/>
          <p:cNvGrpSpPr/>
          <p:nvPr/>
        </p:nvGrpSpPr>
        <p:grpSpPr>
          <a:xfrm>
            <a:off x="-292893" y="1131703"/>
            <a:ext cx="250031" cy="136812"/>
            <a:chOff x="-133350" y="2711163"/>
            <a:chExt cx="333375" cy="136812"/>
          </a:xfrm>
        </p:grpSpPr>
        <p:cxnSp>
          <p:nvCxnSpPr>
            <p:cNvPr id="299" name="Google Shape;299;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00" name="Google Shape;300;p5"/>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301" name="Google Shape;301;p5"/>
          <p:cNvGrpSpPr/>
          <p:nvPr/>
        </p:nvGrpSpPr>
        <p:grpSpPr>
          <a:xfrm>
            <a:off x="-292893" y="1491963"/>
            <a:ext cx="250031" cy="136812"/>
            <a:chOff x="-133350" y="2711163"/>
            <a:chExt cx="333375" cy="136812"/>
          </a:xfrm>
        </p:grpSpPr>
        <p:cxnSp>
          <p:nvCxnSpPr>
            <p:cNvPr id="302" name="Google Shape;302;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03" name="Google Shape;303;p5"/>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304" name="Google Shape;304;p5"/>
          <p:cNvGrpSpPr/>
          <p:nvPr/>
        </p:nvGrpSpPr>
        <p:grpSpPr>
          <a:xfrm>
            <a:off x="-292893" y="3292188"/>
            <a:ext cx="250031" cy="136812"/>
            <a:chOff x="-133350" y="2711163"/>
            <a:chExt cx="333375" cy="136812"/>
          </a:xfrm>
        </p:grpSpPr>
        <p:cxnSp>
          <p:nvCxnSpPr>
            <p:cNvPr id="305" name="Google Shape;305;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06" name="Google Shape;306;p5"/>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307" name="Google Shape;307;p5"/>
          <p:cNvGrpSpPr/>
          <p:nvPr/>
        </p:nvGrpSpPr>
        <p:grpSpPr>
          <a:xfrm>
            <a:off x="-292893" y="6063963"/>
            <a:ext cx="250031" cy="136812"/>
            <a:chOff x="-133350" y="2711163"/>
            <a:chExt cx="333375" cy="136812"/>
          </a:xfrm>
        </p:grpSpPr>
        <p:cxnSp>
          <p:nvCxnSpPr>
            <p:cNvPr id="308" name="Google Shape;308;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09" name="Google Shape;309;p5"/>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310" name="Google Shape;310;p5"/>
          <p:cNvGrpSpPr/>
          <p:nvPr/>
        </p:nvGrpSpPr>
        <p:grpSpPr>
          <a:xfrm>
            <a:off x="-292893" y="6495763"/>
            <a:ext cx="250031" cy="136812"/>
            <a:chOff x="-133350" y="2711163"/>
            <a:chExt cx="333375" cy="136812"/>
          </a:xfrm>
        </p:grpSpPr>
        <p:cxnSp>
          <p:nvCxnSpPr>
            <p:cNvPr id="311" name="Google Shape;311;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12" name="Google Shape;312;p5"/>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313" name="Google Shape;313;p5"/>
          <p:cNvGrpSpPr/>
          <p:nvPr/>
        </p:nvGrpSpPr>
        <p:grpSpPr>
          <a:xfrm rot="-5400000">
            <a:off x="169567" y="-282035"/>
            <a:ext cx="333375" cy="102606"/>
            <a:chOff x="-133350" y="2711167"/>
            <a:chExt cx="333375" cy="136808"/>
          </a:xfrm>
        </p:grpSpPr>
        <p:cxnSp>
          <p:nvCxnSpPr>
            <p:cNvPr id="314" name="Google Shape;314;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15" name="Google Shape;315;p5"/>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316" name="Google Shape;316;p5"/>
          <p:cNvGrpSpPr/>
          <p:nvPr/>
        </p:nvGrpSpPr>
        <p:grpSpPr>
          <a:xfrm rot="-5400000">
            <a:off x="4273057" y="-282036"/>
            <a:ext cx="333375" cy="102603"/>
            <a:chOff x="-133350" y="2711171"/>
            <a:chExt cx="333375" cy="136804"/>
          </a:xfrm>
        </p:grpSpPr>
        <p:cxnSp>
          <p:nvCxnSpPr>
            <p:cNvPr id="317" name="Google Shape;317;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18" name="Google Shape;318;p5"/>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319" name="Google Shape;319;p5"/>
          <p:cNvGrpSpPr/>
          <p:nvPr/>
        </p:nvGrpSpPr>
        <p:grpSpPr>
          <a:xfrm>
            <a:off x="4652949" y="-397423"/>
            <a:ext cx="93680" cy="333375"/>
            <a:chOff x="6416680" y="-397423"/>
            <a:chExt cx="124907" cy="333375"/>
          </a:xfrm>
        </p:grpSpPr>
        <p:cxnSp>
          <p:nvCxnSpPr>
            <p:cNvPr id="320" name="Google Shape;320;p5"/>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21" name="Google Shape;321;p5"/>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322" name="Google Shape;322;p5"/>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323" name="Google Shape;323;p5"/>
          <p:cNvGrpSpPr/>
          <p:nvPr/>
        </p:nvGrpSpPr>
        <p:grpSpPr>
          <a:xfrm rot="-5400000">
            <a:off x="8543829" y="-282039"/>
            <a:ext cx="333375" cy="102600"/>
            <a:chOff x="-133350" y="2711175"/>
            <a:chExt cx="333375" cy="136800"/>
          </a:xfrm>
        </p:grpSpPr>
        <p:cxnSp>
          <p:nvCxnSpPr>
            <p:cNvPr id="324" name="Google Shape;324;p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25" name="Google Shape;325;p5"/>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326" name="Google Shape;326;p5"/>
          <p:cNvSpPr/>
          <p:nvPr/>
        </p:nvSpPr>
        <p:spPr>
          <a:xfrm>
            <a:off x="7352747" y="300703"/>
            <a:ext cx="1403903" cy="535987"/>
          </a:xfrm>
          <a:custGeom>
            <a:rect b="b" l="l" r="r" t="t"/>
            <a:pathLst>
              <a:path extrusionOk="0" h="556225" w="1456912">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327" name="Google Shape;327;p5"/>
          <p:cNvGrpSpPr/>
          <p:nvPr/>
        </p:nvGrpSpPr>
        <p:grpSpPr>
          <a:xfrm>
            <a:off x="387350" y="293688"/>
            <a:ext cx="2623087" cy="328167"/>
            <a:chOff x="2178367" y="2525076"/>
            <a:chExt cx="7773351" cy="972503"/>
          </a:xfrm>
        </p:grpSpPr>
        <p:sp>
          <p:nvSpPr>
            <p:cNvPr id="328" name="Google Shape;328;p5"/>
            <p:cNvSpPr/>
            <p:nvPr/>
          </p:nvSpPr>
          <p:spPr>
            <a:xfrm>
              <a:off x="2178367" y="2545079"/>
              <a:ext cx="232409" cy="369569"/>
            </a:xfrm>
            <a:custGeom>
              <a:rect b="b" l="l" r="r" t="t"/>
              <a:pathLst>
                <a:path extrusionOk="0" h="369569" w="232409">
                  <a:moveTo>
                    <a:pt x="232410" y="60960"/>
                  </a:moveTo>
                  <a:lnTo>
                    <a:pt x="65722" y="60960"/>
                  </a:lnTo>
                  <a:lnTo>
                    <a:pt x="65722" y="152400"/>
                  </a:lnTo>
                  <a:lnTo>
                    <a:pt x="189547" y="152400"/>
                  </a:lnTo>
                  <a:lnTo>
                    <a:pt x="189547" y="212408"/>
                  </a:lnTo>
                  <a:lnTo>
                    <a:pt x="65722" y="212408"/>
                  </a:lnTo>
                  <a:lnTo>
                    <a:pt x="65722" y="369570"/>
                  </a:lnTo>
                  <a:lnTo>
                    <a:pt x="0" y="369570"/>
                  </a:lnTo>
                  <a:lnTo>
                    <a:pt x="0" y="0"/>
                  </a:lnTo>
                  <a:lnTo>
                    <a:pt x="231458" y="0"/>
                  </a:lnTo>
                  <a:lnTo>
                    <a:pt x="231458" y="6096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329" name="Google Shape;329;p5"/>
            <p:cNvSpPr/>
            <p:nvPr/>
          </p:nvSpPr>
          <p:spPr>
            <a:xfrm>
              <a:off x="2446972"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330" name="Google Shape;330;p5"/>
            <p:cNvSpPr/>
            <p:nvPr/>
          </p:nvSpPr>
          <p:spPr>
            <a:xfrm>
              <a:off x="2651759"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31" name="Google Shape;331;p5"/>
            <p:cNvSpPr/>
            <p:nvPr/>
          </p:nvSpPr>
          <p:spPr>
            <a:xfrm>
              <a:off x="2787966" y="2641281"/>
              <a:ext cx="242887" cy="279082"/>
            </a:xfrm>
            <a:custGeom>
              <a:rect b="b" l="l" r="r" t="t"/>
              <a:pathLst>
                <a:path extrusionOk="0" h="279082" w="242887">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332" name="Google Shape;332;p5"/>
            <p:cNvSpPr/>
            <p:nvPr/>
          </p:nvSpPr>
          <p:spPr>
            <a:xfrm>
              <a:off x="3086099" y="2525076"/>
              <a:ext cx="248602" cy="396239"/>
            </a:xfrm>
            <a:custGeom>
              <a:rect b="b" l="l" r="r" t="t"/>
              <a:pathLst>
                <a:path extrusionOk="0" h="396239" w="248602">
                  <a:moveTo>
                    <a:pt x="0" y="255270"/>
                  </a:moveTo>
                  <a:cubicBezTo>
                    <a:pt x="0" y="169545"/>
                    <a:pt x="43815" y="116205"/>
                    <a:pt x="108585" y="116205"/>
                  </a:cubicBezTo>
                  <a:cubicBezTo>
                    <a:pt x="141922" y="116205"/>
                    <a:pt x="168592" y="130493"/>
                    <a:pt x="185738" y="152400"/>
                  </a:cubicBezTo>
                  <a:lnTo>
                    <a:pt x="186690" y="152400"/>
                  </a:lnTo>
                  <a:lnTo>
                    <a:pt x="186690" y="15240"/>
                  </a:lnTo>
                  <a:lnTo>
                    <a:pt x="248603" y="0"/>
                  </a:lnTo>
                  <a:lnTo>
                    <a:pt x="248603"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333" name="Google Shape;333;p5"/>
            <p:cNvSpPr/>
            <p:nvPr/>
          </p:nvSpPr>
          <p:spPr>
            <a:xfrm>
              <a:off x="3417569" y="2641039"/>
              <a:ext cx="160020" cy="272657"/>
            </a:xfrm>
            <a:custGeom>
              <a:rect b="b" l="l" r="r" t="t"/>
              <a:pathLst>
                <a:path extrusionOk="0" h="272657" w="16002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334" name="Google Shape;334;p5"/>
            <p:cNvSpPr/>
            <p:nvPr/>
          </p:nvSpPr>
          <p:spPr>
            <a:xfrm>
              <a:off x="3622357" y="2528887"/>
              <a:ext cx="79057" cy="384810"/>
            </a:xfrm>
            <a:custGeom>
              <a:rect b="b" l="l" r="r" t="t"/>
              <a:pathLst>
                <a:path extrusionOk="0" h="384810" w="79057">
                  <a:moveTo>
                    <a:pt x="79058" y="38100"/>
                  </a:moveTo>
                  <a:cubicBezTo>
                    <a:pt x="79058" y="60007"/>
                    <a:pt x="60960" y="76200"/>
                    <a:pt x="39052" y="76200"/>
                  </a:cubicBezTo>
                  <a:cubicBezTo>
                    <a:pt x="17145" y="76200"/>
                    <a:pt x="0" y="60960"/>
                    <a:pt x="0" y="38100"/>
                  </a:cubicBezTo>
                  <a:cubicBezTo>
                    <a:pt x="0" y="16193"/>
                    <a:pt x="18097" y="0"/>
                    <a:pt x="39052" y="0"/>
                  </a:cubicBezTo>
                  <a:cubicBezTo>
                    <a:pt x="60960" y="0"/>
                    <a:pt x="79058" y="16193"/>
                    <a:pt x="79058"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35" name="Google Shape;335;p5"/>
            <p:cNvSpPr/>
            <p:nvPr/>
          </p:nvSpPr>
          <p:spPr>
            <a:xfrm>
              <a:off x="3759516" y="2640329"/>
              <a:ext cx="224790" cy="280034"/>
            </a:xfrm>
            <a:custGeom>
              <a:rect b="b" l="l" r="r" t="t"/>
              <a:pathLst>
                <a:path extrusionOk="0" h="280034" w="22479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36" name="Google Shape;336;p5"/>
            <p:cNvSpPr/>
            <p:nvPr/>
          </p:nvSpPr>
          <p:spPr>
            <a:xfrm>
              <a:off x="4038599" y="2525076"/>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37" name="Google Shape;337;p5"/>
            <p:cNvSpPr/>
            <p:nvPr/>
          </p:nvSpPr>
          <p:spPr>
            <a:xfrm>
              <a:off x="4338637" y="2721291"/>
              <a:ext cx="130492" cy="59055"/>
            </a:xfrm>
            <a:custGeom>
              <a:rect b="b" l="l" r="r" t="t"/>
              <a:pathLst>
                <a:path extrusionOk="0" h="59055" w="130492">
                  <a:moveTo>
                    <a:pt x="130493" y="59055"/>
                  </a:moveTo>
                  <a:lnTo>
                    <a:pt x="0" y="59055"/>
                  </a:lnTo>
                  <a:lnTo>
                    <a:pt x="0" y="0"/>
                  </a:lnTo>
                  <a:lnTo>
                    <a:pt x="130493" y="0"/>
                  </a:lnTo>
                  <a:lnTo>
                    <a:pt x="130493"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38" name="Google Shape;338;p5"/>
            <p:cNvSpPr/>
            <p:nvPr/>
          </p:nvSpPr>
          <p:spPr>
            <a:xfrm>
              <a:off x="4502467" y="2545079"/>
              <a:ext cx="342900" cy="368617"/>
            </a:xfrm>
            <a:custGeom>
              <a:rect b="b" l="l" r="r" t="t"/>
              <a:pathLst>
                <a:path extrusionOk="0" h="368617" w="342900">
                  <a:moveTo>
                    <a:pt x="136207" y="0"/>
                  </a:moveTo>
                  <a:lnTo>
                    <a:pt x="205740" y="0"/>
                  </a:lnTo>
                  <a:lnTo>
                    <a:pt x="342900" y="368618"/>
                  </a:lnTo>
                  <a:lnTo>
                    <a:pt x="271463" y="368618"/>
                  </a:lnTo>
                  <a:lnTo>
                    <a:pt x="244792" y="290512"/>
                  </a:lnTo>
                  <a:lnTo>
                    <a:pt x="96202" y="290512"/>
                  </a:lnTo>
                  <a:lnTo>
                    <a:pt x="69532" y="368618"/>
                  </a:lnTo>
                  <a:lnTo>
                    <a:pt x="0" y="368618"/>
                  </a:lnTo>
                  <a:lnTo>
                    <a:pt x="136207" y="0"/>
                  </a:lnTo>
                  <a:close/>
                  <a:moveTo>
                    <a:pt x="116205" y="231458"/>
                  </a:moveTo>
                  <a:lnTo>
                    <a:pt x="223838" y="231458"/>
                  </a:lnTo>
                  <a:lnTo>
                    <a:pt x="170497" y="75247"/>
                  </a:lnTo>
                  <a:lnTo>
                    <a:pt x="169545" y="75247"/>
                  </a:lnTo>
                  <a:lnTo>
                    <a:pt x="116205" y="231458"/>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39" name="Google Shape;339;p5"/>
            <p:cNvSpPr/>
            <p:nvPr/>
          </p:nvSpPr>
          <p:spPr>
            <a:xfrm>
              <a:off x="4900612" y="2525076"/>
              <a:ext cx="61912" cy="388620"/>
            </a:xfrm>
            <a:custGeom>
              <a:rect b="b" l="l" r="r" t="t"/>
              <a:pathLst>
                <a:path extrusionOk="0" h="388620" w="61912">
                  <a:moveTo>
                    <a:pt x="61913" y="388620"/>
                  </a:moveTo>
                  <a:lnTo>
                    <a:pt x="0" y="388620"/>
                  </a:lnTo>
                  <a:lnTo>
                    <a:pt x="0" y="14288"/>
                  </a:lnTo>
                  <a:lnTo>
                    <a:pt x="61913" y="0"/>
                  </a:lnTo>
                  <a:lnTo>
                    <a:pt x="61913"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0" name="Google Shape;340;p5"/>
            <p:cNvSpPr/>
            <p:nvPr/>
          </p:nvSpPr>
          <p:spPr>
            <a:xfrm>
              <a:off x="502919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5"/>
            <p:cNvSpPr/>
            <p:nvPr/>
          </p:nvSpPr>
          <p:spPr>
            <a:xfrm>
              <a:off x="5306377" y="2646997"/>
              <a:ext cx="255269" cy="266700"/>
            </a:xfrm>
            <a:custGeom>
              <a:rect b="b" l="l" r="r" t="t"/>
              <a:pathLst>
                <a:path extrusionOk="0" h="266700" w="255269">
                  <a:moveTo>
                    <a:pt x="255270" y="266700"/>
                  </a:moveTo>
                  <a:lnTo>
                    <a:pt x="183832" y="266700"/>
                  </a:lnTo>
                  <a:lnTo>
                    <a:pt x="126682" y="174307"/>
                  </a:lnTo>
                  <a:lnTo>
                    <a:pt x="125730" y="174307"/>
                  </a:lnTo>
                  <a:lnTo>
                    <a:pt x="70485" y="266700"/>
                  </a:lnTo>
                  <a:lnTo>
                    <a:pt x="0" y="266700"/>
                  </a:lnTo>
                  <a:lnTo>
                    <a:pt x="91440" y="128588"/>
                  </a:lnTo>
                  <a:lnTo>
                    <a:pt x="6667" y="0"/>
                  </a:lnTo>
                  <a:lnTo>
                    <a:pt x="77153" y="0"/>
                  </a:lnTo>
                  <a:lnTo>
                    <a:pt x="127635" y="81915"/>
                  </a:lnTo>
                  <a:lnTo>
                    <a:pt x="128588" y="81915"/>
                  </a:lnTo>
                  <a:lnTo>
                    <a:pt x="178117" y="0"/>
                  </a:lnTo>
                  <a:lnTo>
                    <a:pt x="247650" y="0"/>
                  </a:lnTo>
                  <a:lnTo>
                    <a:pt x="163830" y="127635"/>
                  </a:lnTo>
                  <a:lnTo>
                    <a:pt x="255270" y="26670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2" name="Google Shape;342;p5"/>
            <p:cNvSpPr/>
            <p:nvPr/>
          </p:nvSpPr>
          <p:spPr>
            <a:xfrm>
              <a:off x="5594967" y="2641281"/>
              <a:ext cx="225759" cy="279082"/>
            </a:xfrm>
            <a:custGeom>
              <a:rect b="b" l="l" r="r" t="t"/>
              <a:pathLst>
                <a:path extrusionOk="0" h="279082" w="225759">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5735"/>
                    <a:pt x="59072" y="193358"/>
                  </a:cubicBezTo>
                  <a:cubicBezTo>
                    <a:pt x="59072" y="217170"/>
                    <a:pt x="76217" y="232410"/>
                    <a:pt x="103839" y="23241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3" name="Google Shape;343;p5"/>
            <p:cNvSpPr/>
            <p:nvPr/>
          </p:nvSpPr>
          <p:spPr>
            <a:xfrm>
              <a:off x="5900737"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4" name="Google Shape;344;p5"/>
            <p:cNvSpPr/>
            <p:nvPr/>
          </p:nvSpPr>
          <p:spPr>
            <a:xfrm>
              <a:off x="6195059" y="2525076"/>
              <a:ext cx="248602" cy="396239"/>
            </a:xfrm>
            <a:custGeom>
              <a:rect b="b" l="l" r="r" t="t"/>
              <a:pathLst>
                <a:path extrusionOk="0" h="396239" w="248602">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5" name="Google Shape;345;p5"/>
            <p:cNvSpPr/>
            <p:nvPr/>
          </p:nvSpPr>
          <p:spPr>
            <a:xfrm>
              <a:off x="651128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7" y="53340"/>
                    <a:pt x="242887" y="135255"/>
                  </a:cubicBezTo>
                  <a:cubicBezTo>
                    <a:pt x="242887" y="143828"/>
                    <a:pt x="241935" y="153353"/>
                    <a:pt x="241935" y="160972"/>
                  </a:cubicBezTo>
                  <a:lnTo>
                    <a:pt x="62865" y="160972"/>
                  </a:lnTo>
                  <a:cubicBezTo>
                    <a:pt x="69532" y="201930"/>
                    <a:pt x="94297" y="225743"/>
                    <a:pt x="132397" y="225743"/>
                  </a:cubicBezTo>
                  <a:cubicBezTo>
                    <a:pt x="157162" y="225743"/>
                    <a:pt x="177165" y="216218"/>
                    <a:pt x="198120" y="194310"/>
                  </a:cubicBezTo>
                  <a:lnTo>
                    <a:pt x="237172" y="235268"/>
                  </a:lnTo>
                  <a:cubicBezTo>
                    <a:pt x="206692" y="264795"/>
                    <a:pt x="172403" y="279083"/>
                    <a:pt x="132397" y="279083"/>
                  </a:cubicBezTo>
                  <a:close/>
                  <a:moveTo>
                    <a:pt x="62865" y="115253"/>
                  </a:moveTo>
                  <a:lnTo>
                    <a:pt x="183833" y="115253"/>
                  </a:lnTo>
                  <a:cubicBezTo>
                    <a:pt x="180975" y="74295"/>
                    <a:pt x="160020" y="50482"/>
                    <a:pt x="124778" y="50482"/>
                  </a:cubicBezTo>
                  <a:cubicBezTo>
                    <a:pt x="90488" y="50482"/>
                    <a:pt x="67628"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6" name="Google Shape;346;p5"/>
            <p:cNvSpPr/>
            <p:nvPr/>
          </p:nvSpPr>
          <p:spPr>
            <a:xfrm>
              <a:off x="6824662" y="2641039"/>
              <a:ext cx="160019" cy="272657"/>
            </a:xfrm>
            <a:custGeom>
              <a:rect b="b" l="l" r="r" t="t"/>
              <a:pathLst>
                <a:path extrusionOk="0" h="272657" w="160019">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7" name="Google Shape;347;p5"/>
            <p:cNvSpPr/>
            <p:nvPr/>
          </p:nvSpPr>
          <p:spPr>
            <a:xfrm>
              <a:off x="7023734" y="2721291"/>
              <a:ext cx="130492" cy="59055"/>
            </a:xfrm>
            <a:custGeom>
              <a:rect b="b" l="l" r="r" t="t"/>
              <a:pathLst>
                <a:path extrusionOk="0" h="59055" w="130492">
                  <a:moveTo>
                    <a:pt x="130492" y="59055"/>
                  </a:moveTo>
                  <a:lnTo>
                    <a:pt x="0" y="59055"/>
                  </a:lnTo>
                  <a:lnTo>
                    <a:pt x="0" y="0"/>
                  </a:lnTo>
                  <a:lnTo>
                    <a:pt x="130492" y="0"/>
                  </a:lnTo>
                  <a:lnTo>
                    <a:pt x="130492"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8" name="Google Shape;348;p5"/>
            <p:cNvSpPr/>
            <p:nvPr/>
          </p:nvSpPr>
          <p:spPr>
            <a:xfrm>
              <a:off x="7233284" y="2545079"/>
              <a:ext cx="288607" cy="375284"/>
            </a:xfrm>
            <a:custGeom>
              <a:rect b="b" l="l" r="r" t="t"/>
              <a:pathLst>
                <a:path extrusionOk="0" h="375284" w="288607">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49" name="Google Shape;349;p5"/>
            <p:cNvSpPr/>
            <p:nvPr/>
          </p:nvSpPr>
          <p:spPr>
            <a:xfrm>
              <a:off x="7605712"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0" name="Google Shape;350;p5"/>
            <p:cNvSpPr/>
            <p:nvPr/>
          </p:nvSpPr>
          <p:spPr>
            <a:xfrm>
              <a:off x="790479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p5"/>
            <p:cNvSpPr/>
            <p:nvPr/>
          </p:nvSpPr>
          <p:spPr>
            <a:xfrm>
              <a:off x="8027669" y="2647949"/>
              <a:ext cx="259080" cy="266700"/>
            </a:xfrm>
            <a:custGeom>
              <a:rect b="b" l="l" r="r" t="t"/>
              <a:pathLst>
                <a:path extrusionOk="0" h="266700" w="25908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2" name="Google Shape;352;p5"/>
            <p:cNvSpPr/>
            <p:nvPr/>
          </p:nvSpPr>
          <p:spPr>
            <a:xfrm>
              <a:off x="8315324" y="2641281"/>
              <a:ext cx="242887" cy="279082"/>
            </a:xfrm>
            <a:custGeom>
              <a:rect b="b" l="l" r="r" t="t"/>
              <a:pathLst>
                <a:path extrusionOk="0" h="279082" w="242887">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2" y="115253"/>
                  </a:lnTo>
                  <a:cubicBezTo>
                    <a:pt x="180975" y="74295"/>
                    <a:pt x="160020" y="50482"/>
                    <a:pt x="124777"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3" name="Google Shape;353;p5"/>
            <p:cNvSpPr/>
            <p:nvPr/>
          </p:nvSpPr>
          <p:spPr>
            <a:xfrm>
              <a:off x="8628697"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4" name="Google Shape;354;p5"/>
            <p:cNvSpPr/>
            <p:nvPr/>
          </p:nvSpPr>
          <p:spPr>
            <a:xfrm>
              <a:off x="8818244" y="2640329"/>
              <a:ext cx="205740" cy="280034"/>
            </a:xfrm>
            <a:custGeom>
              <a:rect b="b" l="l" r="r" t="t"/>
              <a:pathLst>
                <a:path extrusionOk="0" h="280034" w="205740">
                  <a:moveTo>
                    <a:pt x="29528" y="198120"/>
                  </a:moveTo>
                  <a:cubicBezTo>
                    <a:pt x="56198" y="218122"/>
                    <a:pt x="80963" y="227647"/>
                    <a:pt x="104775" y="227647"/>
                  </a:cubicBezTo>
                  <a:cubicBezTo>
                    <a:pt x="127635" y="227647"/>
                    <a:pt x="143828" y="217170"/>
                    <a:pt x="143828" y="200978"/>
                  </a:cubicBezTo>
                  <a:cubicBezTo>
                    <a:pt x="143828" y="155258"/>
                    <a:pt x="10478" y="171450"/>
                    <a:pt x="10478" y="82868"/>
                  </a:cubicBezTo>
                  <a:cubicBezTo>
                    <a:pt x="10478" y="33338"/>
                    <a:pt x="51435" y="0"/>
                    <a:pt x="111443" y="0"/>
                  </a:cubicBezTo>
                  <a:cubicBezTo>
                    <a:pt x="143828"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8" y="280035"/>
                    <a:pt x="31432" y="268605"/>
                    <a:pt x="0" y="247650"/>
                  </a:cubicBezTo>
                  <a:lnTo>
                    <a:pt x="29528" y="1981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5" name="Google Shape;355;p5"/>
            <p:cNvSpPr/>
            <p:nvPr/>
          </p:nvSpPr>
          <p:spPr>
            <a:xfrm>
              <a:off x="908208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6" name="Google Shape;356;p5"/>
            <p:cNvSpPr/>
            <p:nvPr/>
          </p:nvSpPr>
          <p:spPr>
            <a:xfrm>
              <a:off x="9205912"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7" name="Google Shape;357;p5"/>
            <p:cNvSpPr/>
            <p:nvPr/>
          </p:nvSpPr>
          <p:spPr>
            <a:xfrm>
              <a:off x="9420224" y="2533649"/>
              <a:ext cx="225742" cy="386714"/>
            </a:xfrm>
            <a:custGeom>
              <a:rect b="b" l="l" r="r" t="t"/>
              <a:pathLst>
                <a:path extrusionOk="0" h="386714" w="225742">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2" y="340042"/>
                    <a:pt x="147638" y="328613"/>
                    <a:pt x="164782" y="307658"/>
                  </a:cubicBezTo>
                  <a:lnTo>
                    <a:pt x="164782" y="261938"/>
                  </a:lnTo>
                  <a:cubicBezTo>
                    <a:pt x="150495" y="258127"/>
                    <a:pt x="135255" y="257175"/>
                    <a:pt x="120968" y="257175"/>
                  </a:cubicBezTo>
                  <a:cubicBezTo>
                    <a:pt x="81915" y="257175"/>
                    <a:pt x="59055" y="273367"/>
                    <a:pt x="59055" y="300990"/>
                  </a:cubicBezTo>
                  <a:cubicBezTo>
                    <a:pt x="59055" y="324803"/>
                    <a:pt x="77152" y="340042"/>
                    <a:pt x="103823" y="340042"/>
                  </a:cubicBezTo>
                  <a:close/>
                  <a:moveTo>
                    <a:pt x="172402" y="72390"/>
                  </a:moveTo>
                  <a:cubicBezTo>
                    <a:pt x="152400" y="72390"/>
                    <a:pt x="135255" y="55245"/>
                    <a:pt x="135255" y="36195"/>
                  </a:cubicBezTo>
                  <a:cubicBezTo>
                    <a:pt x="135255" y="17145"/>
                    <a:pt x="152400" y="0"/>
                    <a:pt x="172402" y="0"/>
                  </a:cubicBezTo>
                  <a:cubicBezTo>
                    <a:pt x="192405" y="0"/>
                    <a:pt x="209550" y="17145"/>
                    <a:pt x="209550" y="36195"/>
                  </a:cubicBezTo>
                  <a:cubicBezTo>
                    <a:pt x="209550" y="56198"/>
                    <a:pt x="192405" y="72390"/>
                    <a:pt x="172402" y="7239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8" name="Google Shape;358;p5"/>
            <p:cNvSpPr/>
            <p:nvPr/>
          </p:nvSpPr>
          <p:spPr>
            <a:xfrm>
              <a:off x="9694544"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59" name="Google Shape;359;p5"/>
            <p:cNvSpPr/>
            <p:nvPr/>
          </p:nvSpPr>
          <p:spPr>
            <a:xfrm>
              <a:off x="2179319" y="3121341"/>
              <a:ext cx="292417" cy="369570"/>
            </a:xfrm>
            <a:custGeom>
              <a:rect b="b" l="l" r="r" t="t"/>
              <a:pathLst>
                <a:path extrusionOk="0" h="369570" w="292417">
                  <a:moveTo>
                    <a:pt x="0" y="0"/>
                  </a:moveTo>
                  <a:lnTo>
                    <a:pt x="66675" y="0"/>
                  </a:lnTo>
                  <a:lnTo>
                    <a:pt x="230505" y="257175"/>
                  </a:lnTo>
                  <a:lnTo>
                    <a:pt x="231458" y="257175"/>
                  </a:lnTo>
                  <a:lnTo>
                    <a:pt x="229553" y="0"/>
                  </a:lnTo>
                  <a:lnTo>
                    <a:pt x="292418" y="0"/>
                  </a:lnTo>
                  <a:lnTo>
                    <a:pt x="292418" y="368617"/>
                  </a:lnTo>
                  <a:lnTo>
                    <a:pt x="227647" y="368617"/>
                  </a:lnTo>
                  <a:lnTo>
                    <a:pt x="63818" y="110490"/>
                  </a:lnTo>
                  <a:lnTo>
                    <a:pt x="62865" y="110490"/>
                  </a:lnTo>
                  <a:lnTo>
                    <a:pt x="63818" y="369570"/>
                  </a:lnTo>
                  <a:lnTo>
                    <a:pt x="0" y="36957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0" name="Google Shape;360;p5"/>
            <p:cNvSpPr/>
            <p:nvPr/>
          </p:nvSpPr>
          <p:spPr>
            <a:xfrm>
              <a:off x="2543174"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7" y="52388"/>
                  </a:cubicBezTo>
                  <a:cubicBezTo>
                    <a:pt x="83820" y="52388"/>
                    <a:pt x="60008" y="57150"/>
                    <a:pt x="38100" y="67627"/>
                  </a:cubicBezTo>
                  <a:lnTo>
                    <a:pt x="24765" y="15240"/>
                  </a:lnTo>
                  <a:cubicBezTo>
                    <a:pt x="49530" y="5715"/>
                    <a:pt x="81915" y="0"/>
                    <a:pt x="112395" y="0"/>
                  </a:cubicBezTo>
                  <a:cubicBezTo>
                    <a:pt x="187642" y="0"/>
                    <a:pt x="225742" y="35242"/>
                    <a:pt x="225742" y="102870"/>
                  </a:cubicBezTo>
                  <a:lnTo>
                    <a:pt x="225742"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3" y="232410"/>
                  </a:moveTo>
                  <a:cubicBezTo>
                    <a:pt x="126683" y="232410"/>
                    <a:pt x="147638" y="220980"/>
                    <a:pt x="164783" y="200025"/>
                  </a:cubicBezTo>
                  <a:lnTo>
                    <a:pt x="164783" y="153352"/>
                  </a:lnTo>
                  <a:cubicBezTo>
                    <a:pt x="150495" y="149542"/>
                    <a:pt x="135255" y="148590"/>
                    <a:pt x="120967" y="148590"/>
                  </a:cubicBezTo>
                  <a:cubicBezTo>
                    <a:pt x="81915" y="148590"/>
                    <a:pt x="59055" y="164783"/>
                    <a:pt x="59055" y="192405"/>
                  </a:cubicBezTo>
                  <a:cubicBezTo>
                    <a:pt x="59055" y="217170"/>
                    <a:pt x="76200" y="232410"/>
                    <a:pt x="103823"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1" name="Google Shape;361;p5"/>
            <p:cNvSpPr/>
            <p:nvPr/>
          </p:nvSpPr>
          <p:spPr>
            <a:xfrm>
              <a:off x="281749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2" name="Google Shape;362;p5"/>
            <p:cNvSpPr/>
            <p:nvPr/>
          </p:nvSpPr>
          <p:spPr>
            <a:xfrm>
              <a:off x="3038474"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8" y="273367"/>
                  </a:cubicBezTo>
                  <a:cubicBezTo>
                    <a:pt x="44767"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3" name="Google Shape;363;p5"/>
            <p:cNvSpPr/>
            <p:nvPr/>
          </p:nvSpPr>
          <p:spPr>
            <a:xfrm>
              <a:off x="3348989" y="3216591"/>
              <a:ext cx="160019" cy="273367"/>
            </a:xfrm>
            <a:custGeom>
              <a:rect b="b" l="l" r="r" t="t"/>
              <a:pathLst>
                <a:path extrusionOk="0" h="273367" w="160019">
                  <a:moveTo>
                    <a:pt x="160020" y="5715"/>
                  </a:moveTo>
                  <a:lnTo>
                    <a:pt x="150495" y="69533"/>
                  </a:lnTo>
                  <a:cubicBezTo>
                    <a:pt x="140970" y="64770"/>
                    <a:pt x="129540" y="60960"/>
                    <a:pt x="116205" y="60960"/>
                  </a:cubicBezTo>
                  <a:cubicBezTo>
                    <a:pt x="73342" y="60960"/>
                    <a:pt x="61913" y="95250"/>
                    <a:pt x="61913" y="136208"/>
                  </a:cubicBezTo>
                  <a:lnTo>
                    <a:pt x="61913" y="273367"/>
                  </a:lnTo>
                  <a:lnTo>
                    <a:pt x="0" y="273367"/>
                  </a:lnTo>
                  <a:lnTo>
                    <a:pt x="0" y="6668"/>
                  </a:lnTo>
                  <a:lnTo>
                    <a:pt x="60960" y="6668"/>
                  </a:lnTo>
                  <a:lnTo>
                    <a:pt x="60960" y="40005"/>
                  </a:lnTo>
                  <a:lnTo>
                    <a:pt x="61913" y="40005"/>
                  </a:lnTo>
                  <a:cubicBezTo>
                    <a:pt x="76200" y="15240"/>
                    <a:pt x="100965" y="0"/>
                    <a:pt x="131445" y="0"/>
                  </a:cubicBezTo>
                  <a:cubicBezTo>
                    <a:pt x="139065" y="0"/>
                    <a:pt x="150495" y="1905"/>
                    <a:pt x="160020" y="57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4" name="Google Shape;364;p5"/>
            <p:cNvSpPr/>
            <p:nvPr/>
          </p:nvSpPr>
          <p:spPr>
            <a:xfrm>
              <a:off x="3548062" y="3224212"/>
              <a:ext cx="376237" cy="266700"/>
            </a:xfrm>
            <a:custGeom>
              <a:rect b="b" l="l" r="r" t="t"/>
              <a:pathLst>
                <a:path extrusionOk="0" h="266700" w="376237">
                  <a:moveTo>
                    <a:pt x="376238" y="0"/>
                  </a:moveTo>
                  <a:lnTo>
                    <a:pt x="297180" y="266700"/>
                  </a:lnTo>
                  <a:lnTo>
                    <a:pt x="237172" y="266700"/>
                  </a:lnTo>
                  <a:lnTo>
                    <a:pt x="188595" y="81915"/>
                  </a:lnTo>
                  <a:lnTo>
                    <a:pt x="187642" y="81915"/>
                  </a:lnTo>
                  <a:lnTo>
                    <a:pt x="139065" y="266700"/>
                  </a:lnTo>
                  <a:lnTo>
                    <a:pt x="79058" y="266700"/>
                  </a:lnTo>
                  <a:lnTo>
                    <a:pt x="0" y="0"/>
                  </a:lnTo>
                  <a:lnTo>
                    <a:pt x="65722" y="0"/>
                  </a:lnTo>
                  <a:lnTo>
                    <a:pt x="111442" y="180022"/>
                  </a:lnTo>
                  <a:lnTo>
                    <a:pt x="112395" y="180022"/>
                  </a:lnTo>
                  <a:lnTo>
                    <a:pt x="160020" y="0"/>
                  </a:lnTo>
                  <a:lnTo>
                    <a:pt x="217170" y="0"/>
                  </a:lnTo>
                  <a:lnTo>
                    <a:pt x="265747" y="180022"/>
                  </a:lnTo>
                  <a:lnTo>
                    <a:pt x="266700" y="180022"/>
                  </a:lnTo>
                  <a:lnTo>
                    <a:pt x="311467" y="0"/>
                  </a:lnTo>
                  <a:lnTo>
                    <a:pt x="376238"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5" name="Google Shape;365;p5"/>
            <p:cNvSpPr/>
            <p:nvPr/>
          </p:nvSpPr>
          <p:spPr>
            <a:xfrm>
              <a:off x="3970971" y="3105149"/>
              <a:ext cx="79057" cy="384809"/>
            </a:xfrm>
            <a:custGeom>
              <a:rect b="b" l="l" r="r" t="t"/>
              <a:pathLst>
                <a:path extrusionOk="0" h="384809" w="79057">
                  <a:moveTo>
                    <a:pt x="79058" y="38100"/>
                  </a:moveTo>
                  <a:cubicBezTo>
                    <a:pt x="79058" y="60008"/>
                    <a:pt x="60960" y="76200"/>
                    <a:pt x="39053" y="76200"/>
                  </a:cubicBezTo>
                  <a:cubicBezTo>
                    <a:pt x="17145" y="76200"/>
                    <a:pt x="0" y="60008"/>
                    <a:pt x="0" y="38100"/>
                  </a:cubicBezTo>
                  <a:cubicBezTo>
                    <a:pt x="0" y="16192"/>
                    <a:pt x="18098" y="0"/>
                    <a:pt x="39053" y="0"/>
                  </a:cubicBezTo>
                  <a:cubicBezTo>
                    <a:pt x="60960" y="0"/>
                    <a:pt x="79058" y="16192"/>
                    <a:pt x="79058" y="38100"/>
                  </a:cubicBezTo>
                  <a:close/>
                  <a:moveTo>
                    <a:pt x="70485" y="384810"/>
                  </a:moveTo>
                  <a:lnTo>
                    <a:pt x="8573" y="384810"/>
                  </a:lnTo>
                  <a:lnTo>
                    <a:pt x="8573"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6" name="Google Shape;366;p5"/>
            <p:cNvSpPr/>
            <p:nvPr/>
          </p:nvSpPr>
          <p:spPr>
            <a:xfrm>
              <a:off x="4099559" y="3216591"/>
              <a:ext cx="205740" cy="280035"/>
            </a:xfrm>
            <a:custGeom>
              <a:rect b="b" l="l" r="r" t="t"/>
              <a:pathLst>
                <a:path extrusionOk="0" h="280035" w="20574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7" name="Google Shape;367;p5"/>
            <p:cNvSpPr/>
            <p:nvPr/>
          </p:nvSpPr>
          <p:spPr>
            <a:xfrm>
              <a:off x="4346256"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8" name="Google Shape;368;p5"/>
            <p:cNvSpPr/>
            <p:nvPr/>
          </p:nvSpPr>
          <p:spPr>
            <a:xfrm>
              <a:off x="4601527" y="3217544"/>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3" y="279083"/>
                    <a:pt x="132397" y="279083"/>
                  </a:cubicBezTo>
                  <a:close/>
                  <a:moveTo>
                    <a:pt x="62865" y="115252"/>
                  </a:moveTo>
                  <a:lnTo>
                    <a:pt x="183832" y="115252"/>
                  </a:lnTo>
                  <a:cubicBezTo>
                    <a:pt x="180975" y="74295"/>
                    <a:pt x="160020" y="50482"/>
                    <a:pt x="124778" y="50482"/>
                  </a:cubicBezTo>
                  <a:cubicBezTo>
                    <a:pt x="89535" y="50482"/>
                    <a:pt x="67628"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69" name="Google Shape;369;p5"/>
            <p:cNvSpPr/>
            <p:nvPr/>
          </p:nvSpPr>
          <p:spPr>
            <a:xfrm>
              <a:off x="4913946" y="3217544"/>
              <a:ext cx="228600" cy="273367"/>
            </a:xfrm>
            <a:custGeom>
              <a:rect b="b" l="l" r="r" t="t"/>
              <a:pathLst>
                <a:path extrusionOk="0" h="273367" w="22860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8" y="15240"/>
                    <a:pt x="106680" y="0"/>
                    <a:pt x="140970" y="0"/>
                  </a:cubicBezTo>
                  <a:cubicBezTo>
                    <a:pt x="201930" y="0"/>
                    <a:pt x="228600" y="44767"/>
                    <a:pt x="228600" y="107633"/>
                  </a:cubicBezTo>
                  <a:lnTo>
                    <a:pt x="228600" y="2724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0" name="Google Shape;370;p5"/>
            <p:cNvSpPr/>
            <p:nvPr/>
          </p:nvSpPr>
          <p:spPr>
            <a:xfrm>
              <a:off x="5198744"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1" name="Google Shape;371;p5"/>
            <p:cNvSpPr/>
            <p:nvPr/>
          </p:nvSpPr>
          <p:spPr>
            <a:xfrm>
              <a:off x="5454967" y="3216591"/>
              <a:ext cx="224789" cy="280035"/>
            </a:xfrm>
            <a:custGeom>
              <a:rect b="b" l="l" r="r" t="t"/>
              <a:pathLst>
                <a:path extrusionOk="0" h="280035" w="224789">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2" name="Google Shape;372;p5"/>
            <p:cNvSpPr/>
            <p:nvPr/>
          </p:nvSpPr>
          <p:spPr>
            <a:xfrm>
              <a:off x="5733096" y="3101339"/>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3" name="Google Shape;373;p5"/>
            <p:cNvSpPr/>
            <p:nvPr/>
          </p:nvSpPr>
          <p:spPr>
            <a:xfrm>
              <a:off x="6023609"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8" y="52388"/>
                  </a:cubicBezTo>
                  <a:cubicBezTo>
                    <a:pt x="83820" y="52388"/>
                    <a:pt x="60008"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3" y="232410"/>
                    <a:pt x="147638" y="220980"/>
                    <a:pt x="164783" y="200025"/>
                  </a:cubicBezTo>
                  <a:lnTo>
                    <a:pt x="164783" y="153352"/>
                  </a:lnTo>
                  <a:cubicBezTo>
                    <a:pt x="150495" y="149542"/>
                    <a:pt x="135255" y="148590"/>
                    <a:pt x="120968" y="148590"/>
                  </a:cubicBezTo>
                  <a:cubicBezTo>
                    <a:pt x="81915" y="148590"/>
                    <a:pt x="59055" y="164783"/>
                    <a:pt x="59055" y="192405"/>
                  </a:cubicBezTo>
                  <a:cubicBezTo>
                    <a:pt x="60008" y="217170"/>
                    <a:pt x="77153" y="232410"/>
                    <a:pt x="103822"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4" name="Google Shape;374;p5"/>
            <p:cNvSpPr/>
            <p:nvPr/>
          </p:nvSpPr>
          <p:spPr>
            <a:xfrm>
              <a:off x="6299834" y="3097529"/>
              <a:ext cx="162877" cy="391477"/>
            </a:xfrm>
            <a:custGeom>
              <a:rect b="b" l="l" r="r" t="t"/>
              <a:pathLst>
                <a:path extrusionOk="0" h="391477" w="162877">
                  <a:moveTo>
                    <a:pt x="162878" y="58103"/>
                  </a:moveTo>
                  <a:cubicBezTo>
                    <a:pt x="154305" y="54293"/>
                    <a:pt x="144780" y="52388"/>
                    <a:pt x="135255" y="52388"/>
                  </a:cubicBezTo>
                  <a:cubicBezTo>
                    <a:pt x="111443" y="52388"/>
                    <a:pt x="101918" y="64770"/>
                    <a:pt x="101918" y="89535"/>
                  </a:cubicBezTo>
                  <a:lnTo>
                    <a:pt x="101918" y="125730"/>
                  </a:lnTo>
                  <a:lnTo>
                    <a:pt x="155258" y="125730"/>
                  </a:lnTo>
                  <a:lnTo>
                    <a:pt x="155258" y="177165"/>
                  </a:lnTo>
                  <a:lnTo>
                    <a:pt x="102870" y="177165"/>
                  </a:lnTo>
                  <a:lnTo>
                    <a:pt x="102870" y="391478"/>
                  </a:lnTo>
                  <a:lnTo>
                    <a:pt x="40958" y="391478"/>
                  </a:lnTo>
                  <a:lnTo>
                    <a:pt x="40958" y="177165"/>
                  </a:lnTo>
                  <a:lnTo>
                    <a:pt x="0" y="177165"/>
                  </a:lnTo>
                  <a:lnTo>
                    <a:pt x="0" y="126683"/>
                  </a:lnTo>
                  <a:lnTo>
                    <a:pt x="40958" y="126683"/>
                  </a:lnTo>
                  <a:lnTo>
                    <a:pt x="40958" y="88583"/>
                  </a:lnTo>
                  <a:cubicBezTo>
                    <a:pt x="40958" y="33338"/>
                    <a:pt x="65722" y="0"/>
                    <a:pt x="125730" y="0"/>
                  </a:cubicBezTo>
                  <a:cubicBezTo>
                    <a:pt x="139065" y="0"/>
                    <a:pt x="152400" y="1905"/>
                    <a:pt x="162878" y="5715"/>
                  </a:cubicBezTo>
                  <a:lnTo>
                    <a:pt x="162878" y="5810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5" name="Google Shape;375;p5"/>
            <p:cNvSpPr/>
            <p:nvPr/>
          </p:nvSpPr>
          <p:spPr>
            <a:xfrm>
              <a:off x="6497002"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6" name="Google Shape;376;p5"/>
            <p:cNvSpPr/>
            <p:nvPr/>
          </p:nvSpPr>
          <p:spPr>
            <a:xfrm>
              <a:off x="6725601"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7" name="Google Shape;377;p5"/>
            <p:cNvSpPr/>
            <p:nvPr/>
          </p:nvSpPr>
          <p:spPr>
            <a:xfrm>
              <a:off x="6861809" y="3105149"/>
              <a:ext cx="79057" cy="384809"/>
            </a:xfrm>
            <a:custGeom>
              <a:rect b="b" l="l" r="r" t="t"/>
              <a:pathLst>
                <a:path extrusionOk="0" h="384809" w="79057">
                  <a:moveTo>
                    <a:pt x="79057" y="38100"/>
                  </a:moveTo>
                  <a:cubicBezTo>
                    <a:pt x="79057" y="60008"/>
                    <a:pt x="60960" y="76200"/>
                    <a:pt x="39052" y="76200"/>
                  </a:cubicBezTo>
                  <a:cubicBezTo>
                    <a:pt x="17145" y="76200"/>
                    <a:pt x="0" y="60008"/>
                    <a:pt x="0" y="38100"/>
                  </a:cubicBezTo>
                  <a:cubicBezTo>
                    <a:pt x="0" y="16192"/>
                    <a:pt x="18097" y="0"/>
                    <a:pt x="39052" y="0"/>
                  </a:cubicBezTo>
                  <a:cubicBezTo>
                    <a:pt x="60960" y="0"/>
                    <a:pt x="79057" y="16192"/>
                    <a:pt x="79057" y="38100"/>
                  </a:cubicBezTo>
                  <a:close/>
                  <a:moveTo>
                    <a:pt x="70485" y="384810"/>
                  </a:moveTo>
                  <a:lnTo>
                    <a:pt x="8572" y="384810"/>
                  </a:lnTo>
                  <a:lnTo>
                    <a:pt x="8572"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8" name="Google Shape;378;p5"/>
            <p:cNvSpPr/>
            <p:nvPr/>
          </p:nvSpPr>
          <p:spPr>
            <a:xfrm>
              <a:off x="6998969" y="3216591"/>
              <a:ext cx="224790" cy="280035"/>
            </a:xfrm>
            <a:custGeom>
              <a:rect b="b" l="l" r="r" t="t"/>
              <a:pathLst>
                <a:path extrusionOk="0" h="280035" w="22479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79" name="Google Shape;379;p5"/>
            <p:cNvSpPr/>
            <p:nvPr/>
          </p:nvSpPr>
          <p:spPr>
            <a:xfrm>
              <a:off x="7277099" y="3101339"/>
              <a:ext cx="229552" cy="389572"/>
            </a:xfrm>
            <a:custGeom>
              <a:rect b="b" l="l" r="r" t="t"/>
              <a:pathLst>
                <a:path extrusionOk="0" h="389572" w="229552">
                  <a:moveTo>
                    <a:pt x="229552" y="388620"/>
                  </a:moveTo>
                  <a:lnTo>
                    <a:pt x="166688" y="388620"/>
                  </a:lnTo>
                  <a:lnTo>
                    <a:pt x="166688" y="236220"/>
                  </a:lnTo>
                  <a:cubicBezTo>
                    <a:pt x="166688" y="197168"/>
                    <a:pt x="154305" y="171450"/>
                    <a:pt x="117157"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0" name="Google Shape;380;p5"/>
            <p:cNvSpPr/>
            <p:nvPr/>
          </p:nvSpPr>
          <p:spPr>
            <a:xfrm>
              <a:off x="7571422" y="3217544"/>
              <a:ext cx="242887" cy="279082"/>
            </a:xfrm>
            <a:custGeom>
              <a:rect b="b" l="l" r="r" t="t"/>
              <a:pathLst>
                <a:path extrusionOk="0" h="279082" w="242887">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p5"/>
            <p:cNvSpPr/>
            <p:nvPr/>
          </p:nvSpPr>
          <p:spPr>
            <a:xfrm>
              <a:off x="8041956" y="3122294"/>
              <a:ext cx="231457" cy="368617"/>
            </a:xfrm>
            <a:custGeom>
              <a:rect b="b" l="l" r="r" t="t"/>
              <a:pathLst>
                <a:path extrusionOk="0" h="368617" w="231457">
                  <a:moveTo>
                    <a:pt x="231457" y="60007"/>
                  </a:moveTo>
                  <a:lnTo>
                    <a:pt x="65723" y="60007"/>
                  </a:lnTo>
                  <a:lnTo>
                    <a:pt x="65723" y="151447"/>
                  </a:lnTo>
                  <a:lnTo>
                    <a:pt x="189548" y="151447"/>
                  </a:lnTo>
                  <a:lnTo>
                    <a:pt x="189548" y="211455"/>
                  </a:lnTo>
                  <a:lnTo>
                    <a:pt x="65723" y="211455"/>
                  </a:lnTo>
                  <a:lnTo>
                    <a:pt x="65723" y="368617"/>
                  </a:lnTo>
                  <a:lnTo>
                    <a:pt x="0" y="368617"/>
                  </a:lnTo>
                  <a:lnTo>
                    <a:pt x="0" y="0"/>
                  </a:lnTo>
                  <a:lnTo>
                    <a:pt x="231457" y="0"/>
                  </a:lnTo>
                  <a:lnTo>
                    <a:pt x="231457" y="6000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2" name="Google Shape;382;p5"/>
            <p:cNvSpPr/>
            <p:nvPr/>
          </p:nvSpPr>
          <p:spPr>
            <a:xfrm>
              <a:off x="8285780" y="3217544"/>
              <a:ext cx="225758" cy="279082"/>
            </a:xfrm>
            <a:custGeom>
              <a:rect b="b" l="l" r="r" t="t"/>
              <a:pathLst>
                <a:path extrusionOk="0" h="279082" w="225758">
                  <a:moveTo>
                    <a:pt x="114317" y="107633"/>
                  </a:moveTo>
                  <a:cubicBezTo>
                    <a:pt x="131462" y="107633"/>
                    <a:pt x="147654" y="108585"/>
                    <a:pt x="164799" y="113347"/>
                  </a:cubicBezTo>
                  <a:lnTo>
                    <a:pt x="164799" y="103822"/>
                  </a:lnTo>
                  <a:cubicBezTo>
                    <a:pt x="164799" y="69532"/>
                    <a:pt x="144796" y="52388"/>
                    <a:pt x="105744" y="52388"/>
                  </a:cubicBezTo>
                  <a:cubicBezTo>
                    <a:pt x="83837" y="52388"/>
                    <a:pt x="60024" y="57150"/>
                    <a:pt x="38117" y="67627"/>
                  </a:cubicBezTo>
                  <a:lnTo>
                    <a:pt x="24781" y="15240"/>
                  </a:lnTo>
                  <a:cubicBezTo>
                    <a:pt x="49546" y="5715"/>
                    <a:pt x="81931" y="0"/>
                    <a:pt x="112412" y="0"/>
                  </a:cubicBezTo>
                  <a:cubicBezTo>
                    <a:pt x="187659" y="0"/>
                    <a:pt x="225759" y="35242"/>
                    <a:pt x="225759" y="102870"/>
                  </a:cubicBezTo>
                  <a:lnTo>
                    <a:pt x="225759" y="273367"/>
                  </a:lnTo>
                  <a:lnTo>
                    <a:pt x="166704" y="273367"/>
                  </a:lnTo>
                  <a:lnTo>
                    <a:pt x="166704" y="244792"/>
                  </a:lnTo>
                  <a:lnTo>
                    <a:pt x="165751" y="244792"/>
                  </a:lnTo>
                  <a:cubicBezTo>
                    <a:pt x="142892" y="268605"/>
                    <a:pt x="119079" y="279083"/>
                    <a:pt x="87646" y="279083"/>
                  </a:cubicBezTo>
                  <a:cubicBezTo>
                    <a:pt x="34306" y="279083"/>
                    <a:pt x="17" y="245745"/>
                    <a:pt x="17" y="194310"/>
                  </a:cubicBezTo>
                  <a:cubicBezTo>
                    <a:pt x="-936" y="138113"/>
                    <a:pt x="39069" y="107633"/>
                    <a:pt x="114317" y="107633"/>
                  </a:cubicBezTo>
                  <a:close/>
                  <a:moveTo>
                    <a:pt x="103839" y="232410"/>
                  </a:moveTo>
                  <a:cubicBezTo>
                    <a:pt x="126699" y="232410"/>
                    <a:pt x="147654" y="220980"/>
                    <a:pt x="164799" y="200025"/>
                  </a:cubicBezTo>
                  <a:lnTo>
                    <a:pt x="164799" y="153352"/>
                  </a:lnTo>
                  <a:cubicBezTo>
                    <a:pt x="150512" y="149542"/>
                    <a:pt x="135271" y="148590"/>
                    <a:pt x="120984" y="148590"/>
                  </a:cubicBezTo>
                  <a:cubicBezTo>
                    <a:pt x="81931" y="148590"/>
                    <a:pt x="59071" y="164783"/>
                    <a:pt x="59071" y="192405"/>
                  </a:cubicBezTo>
                  <a:cubicBezTo>
                    <a:pt x="59071" y="217170"/>
                    <a:pt x="76217" y="232410"/>
                    <a:pt x="103839"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3" name="Google Shape;383;p5"/>
            <p:cNvSpPr/>
            <p:nvPr/>
          </p:nvSpPr>
          <p:spPr>
            <a:xfrm>
              <a:off x="8590597" y="3101339"/>
              <a:ext cx="234314" cy="389572"/>
            </a:xfrm>
            <a:custGeom>
              <a:rect b="b" l="l" r="r" t="t"/>
              <a:pathLst>
                <a:path extrusionOk="0" h="389572" w="234314">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4" name="Google Shape;384;p5"/>
            <p:cNvSpPr/>
            <p:nvPr/>
          </p:nvSpPr>
          <p:spPr>
            <a:xfrm>
              <a:off x="8870631"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8"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5" name="Google Shape;385;p5"/>
            <p:cNvSpPr/>
            <p:nvPr/>
          </p:nvSpPr>
          <p:spPr>
            <a:xfrm>
              <a:off x="9180194"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6" name="Google Shape;386;p5"/>
            <p:cNvSpPr/>
            <p:nvPr/>
          </p:nvSpPr>
          <p:spPr>
            <a:xfrm>
              <a:off x="9297351" y="3138487"/>
              <a:ext cx="165735" cy="358140"/>
            </a:xfrm>
            <a:custGeom>
              <a:rect b="b" l="l" r="r" t="t"/>
              <a:pathLst>
                <a:path extrusionOk="0" h="358140" w="165735">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3" y="303847"/>
                    <a:pt x="155258"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7" name="Google Shape;387;p5"/>
            <p:cNvSpPr/>
            <p:nvPr/>
          </p:nvSpPr>
          <p:spPr>
            <a:xfrm>
              <a:off x="9511664" y="3109912"/>
              <a:ext cx="225742" cy="386715"/>
            </a:xfrm>
            <a:custGeom>
              <a:rect b="b" l="l" r="r" t="t"/>
              <a:pathLst>
                <a:path extrusionOk="0" h="386715" w="225742">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3" y="107633"/>
                    <a:pt x="225743" y="142875"/>
                    <a:pt x="225743" y="210503"/>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0985"/>
                  </a:lnTo>
                  <a:cubicBezTo>
                    <a:pt x="150495" y="257175"/>
                    <a:pt x="135255" y="256222"/>
                    <a:pt x="120968" y="256222"/>
                  </a:cubicBezTo>
                  <a:cubicBezTo>
                    <a:pt x="81915" y="256222"/>
                    <a:pt x="59055" y="272415"/>
                    <a:pt x="59055" y="300038"/>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8" name="Google Shape;388;p5"/>
            <p:cNvSpPr/>
            <p:nvPr/>
          </p:nvSpPr>
          <p:spPr>
            <a:xfrm>
              <a:off x="978598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29" name="Shape 429"/>
        <p:cNvGrpSpPr/>
        <p:nvPr/>
      </p:nvGrpSpPr>
      <p:grpSpPr>
        <a:xfrm>
          <a:off x="0" y="0"/>
          <a:ext cx="0" cy="0"/>
          <a:chOff x="0" y="0"/>
          <a:chExt cx="0" cy="0"/>
        </a:xfrm>
      </p:grpSpPr>
      <p:sp>
        <p:nvSpPr>
          <p:cNvPr id="430" name="Google Shape;430;p7"/>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1" name="Google Shape;431;p7"/>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2" name="Google Shape;432;p7"/>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433" name="Google Shape;433;p7"/>
          <p:cNvSpPr txBox="1"/>
          <p:nvPr>
            <p:ph idx="1" type="body"/>
          </p:nvPr>
        </p:nvSpPr>
        <p:spPr>
          <a:xfrm>
            <a:off x="711045" y="2354712"/>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34" name="Google Shape;434;p7"/>
          <p:cNvSpPr txBox="1"/>
          <p:nvPr>
            <p:ph idx="2" type="body"/>
          </p:nvPr>
        </p:nvSpPr>
        <p:spPr>
          <a:xfrm>
            <a:off x="388739" y="2354712"/>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35" name="Google Shape;435;p7"/>
          <p:cNvSpPr txBox="1"/>
          <p:nvPr>
            <p:ph idx="3" type="body"/>
          </p:nvPr>
        </p:nvSpPr>
        <p:spPr>
          <a:xfrm>
            <a:off x="711045" y="4525377"/>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36" name="Google Shape;436;p7"/>
          <p:cNvSpPr txBox="1"/>
          <p:nvPr>
            <p:ph idx="4" type="body"/>
          </p:nvPr>
        </p:nvSpPr>
        <p:spPr>
          <a:xfrm>
            <a:off x="388739" y="4525377"/>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37" name="Google Shape;437;p7"/>
          <p:cNvSpPr txBox="1"/>
          <p:nvPr>
            <p:ph idx="5" type="body"/>
          </p:nvPr>
        </p:nvSpPr>
        <p:spPr>
          <a:xfrm>
            <a:off x="711045" y="3078267"/>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38" name="Google Shape;438;p7"/>
          <p:cNvSpPr txBox="1"/>
          <p:nvPr>
            <p:ph idx="6" type="body"/>
          </p:nvPr>
        </p:nvSpPr>
        <p:spPr>
          <a:xfrm>
            <a:off x="388739" y="3078267"/>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39" name="Google Shape;439;p7"/>
          <p:cNvSpPr txBox="1"/>
          <p:nvPr>
            <p:ph idx="7" type="body"/>
          </p:nvPr>
        </p:nvSpPr>
        <p:spPr>
          <a:xfrm>
            <a:off x="711045" y="3801822"/>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0" name="Google Shape;440;p7"/>
          <p:cNvSpPr txBox="1"/>
          <p:nvPr>
            <p:ph idx="8" type="body"/>
          </p:nvPr>
        </p:nvSpPr>
        <p:spPr>
          <a:xfrm>
            <a:off x="388739" y="3801822"/>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1" name="Google Shape;441;p7"/>
          <p:cNvSpPr txBox="1"/>
          <p:nvPr>
            <p:ph idx="9" type="body"/>
          </p:nvPr>
        </p:nvSpPr>
        <p:spPr>
          <a:xfrm>
            <a:off x="711045" y="5248931"/>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2" name="Google Shape;442;p7"/>
          <p:cNvSpPr txBox="1"/>
          <p:nvPr>
            <p:ph idx="13" type="body"/>
          </p:nvPr>
        </p:nvSpPr>
        <p:spPr>
          <a:xfrm>
            <a:off x="388739" y="5248931"/>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3" name="Google Shape;443;p7"/>
          <p:cNvSpPr txBox="1"/>
          <p:nvPr>
            <p:ph idx="14" type="body"/>
          </p:nvPr>
        </p:nvSpPr>
        <p:spPr>
          <a:xfrm>
            <a:off x="4977143" y="1632185"/>
            <a:ext cx="3779905"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4" name="Google Shape;444;p7"/>
          <p:cNvSpPr txBox="1"/>
          <p:nvPr>
            <p:ph idx="15" type="body"/>
          </p:nvPr>
        </p:nvSpPr>
        <p:spPr>
          <a:xfrm>
            <a:off x="4654749" y="1632185"/>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5" name="Google Shape;445;p7"/>
          <p:cNvSpPr txBox="1"/>
          <p:nvPr>
            <p:ph idx="16" type="body"/>
          </p:nvPr>
        </p:nvSpPr>
        <p:spPr>
          <a:xfrm>
            <a:off x="4977143" y="2355534"/>
            <a:ext cx="3779905"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6" name="Google Shape;446;p7"/>
          <p:cNvSpPr txBox="1"/>
          <p:nvPr>
            <p:ph idx="17" type="body"/>
          </p:nvPr>
        </p:nvSpPr>
        <p:spPr>
          <a:xfrm>
            <a:off x="4654749" y="2355534"/>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7" name="Google Shape;447;p7"/>
          <p:cNvSpPr txBox="1"/>
          <p:nvPr>
            <p:ph idx="18" type="body"/>
          </p:nvPr>
        </p:nvSpPr>
        <p:spPr>
          <a:xfrm>
            <a:off x="4977143" y="4525581"/>
            <a:ext cx="3779905"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8" name="Google Shape;448;p7"/>
          <p:cNvSpPr txBox="1"/>
          <p:nvPr>
            <p:ph idx="19" type="body"/>
          </p:nvPr>
        </p:nvSpPr>
        <p:spPr>
          <a:xfrm>
            <a:off x="4654749" y="4525581"/>
            <a:ext cx="238591"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49" name="Google Shape;449;p7"/>
          <p:cNvSpPr txBox="1"/>
          <p:nvPr>
            <p:ph idx="20" type="body"/>
          </p:nvPr>
        </p:nvSpPr>
        <p:spPr>
          <a:xfrm>
            <a:off x="4977143" y="3078883"/>
            <a:ext cx="3779905"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0" name="Google Shape;450;p7"/>
          <p:cNvSpPr txBox="1"/>
          <p:nvPr>
            <p:ph idx="21" type="body"/>
          </p:nvPr>
        </p:nvSpPr>
        <p:spPr>
          <a:xfrm>
            <a:off x="4654749" y="3078883"/>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1" name="Google Shape;451;p7"/>
          <p:cNvSpPr txBox="1"/>
          <p:nvPr>
            <p:ph idx="22" type="body"/>
          </p:nvPr>
        </p:nvSpPr>
        <p:spPr>
          <a:xfrm>
            <a:off x="4977143" y="3802232"/>
            <a:ext cx="3779905"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2" name="Google Shape;452;p7"/>
          <p:cNvSpPr txBox="1"/>
          <p:nvPr>
            <p:ph idx="23" type="body"/>
          </p:nvPr>
        </p:nvSpPr>
        <p:spPr>
          <a:xfrm>
            <a:off x="4654749" y="3802232"/>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3" name="Google Shape;453;p7"/>
          <p:cNvSpPr txBox="1"/>
          <p:nvPr>
            <p:ph idx="24" type="body"/>
          </p:nvPr>
        </p:nvSpPr>
        <p:spPr>
          <a:xfrm>
            <a:off x="4977143" y="5248931"/>
            <a:ext cx="3779905"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4" name="Google Shape;454;p7"/>
          <p:cNvSpPr txBox="1"/>
          <p:nvPr>
            <p:ph idx="25" type="body"/>
          </p:nvPr>
        </p:nvSpPr>
        <p:spPr>
          <a:xfrm>
            <a:off x="4654749" y="5248931"/>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5" name="Google Shape;455;p7"/>
          <p:cNvSpPr txBox="1"/>
          <p:nvPr>
            <p:ph idx="26"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6" name="Google Shape;456;p7"/>
          <p:cNvSpPr txBox="1"/>
          <p:nvPr>
            <p:ph idx="27" type="body"/>
          </p:nvPr>
        </p:nvSpPr>
        <p:spPr>
          <a:xfrm>
            <a:off x="711045" y="1631156"/>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7" name="Google Shape;457;p7"/>
          <p:cNvSpPr txBox="1"/>
          <p:nvPr>
            <p:ph idx="28" type="body"/>
          </p:nvPr>
        </p:nvSpPr>
        <p:spPr>
          <a:xfrm>
            <a:off x="388739" y="1631156"/>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1400"/>
              <a:buNone/>
              <a:defRPr b="1" sz="1400">
                <a:solidFill>
                  <a:schemeClr val="dk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58" name="Google Shape;458;p7"/>
          <p:cNvSpPr/>
          <p:nvPr>
            <p:ph idx="29" type="pic"/>
          </p:nvPr>
        </p:nvSpPr>
        <p:spPr>
          <a:xfrm>
            <a:off x="6329327" y="301186"/>
            <a:ext cx="810000" cy="386413"/>
          </a:xfrm>
          <a:prstGeom prst="rect">
            <a:avLst/>
          </a:prstGeom>
          <a:noFill/>
          <a:ln>
            <a:noFill/>
          </a:ln>
        </p:spPr>
      </p:sp>
      <p:sp>
        <p:nvSpPr>
          <p:cNvPr id="459" name="Google Shape;459;p7"/>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mit Bild">
  <p:cSld name="Agenda | mit Bild">
    <p:spTree>
      <p:nvGrpSpPr>
        <p:cNvPr id="460" name="Shape 460"/>
        <p:cNvGrpSpPr/>
        <p:nvPr/>
      </p:nvGrpSpPr>
      <p:grpSpPr>
        <a:xfrm>
          <a:off x="0" y="0"/>
          <a:ext cx="0" cy="0"/>
          <a:chOff x="0" y="0"/>
          <a:chExt cx="0" cy="0"/>
        </a:xfrm>
      </p:grpSpPr>
      <p:sp>
        <p:nvSpPr>
          <p:cNvPr id="461" name="Google Shape;461;p8"/>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8"/>
          <p:cNvSpPr txBox="1"/>
          <p:nvPr>
            <p:ph idx="11" type="ftr"/>
          </p:nvPr>
        </p:nvSpPr>
        <p:spPr>
          <a:xfrm>
            <a:off x="388759" y="6580500"/>
            <a:ext cx="7368600" cy="184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3" name="Google Shape;463;p8"/>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464" name="Google Shape;464;p8"/>
          <p:cNvSpPr/>
          <p:nvPr>
            <p:ph idx="2" type="pic"/>
          </p:nvPr>
        </p:nvSpPr>
        <p:spPr>
          <a:xfrm>
            <a:off x="4654747" y="1631156"/>
            <a:ext cx="4102299" cy="3951164"/>
          </a:xfrm>
          <a:prstGeom prst="rect">
            <a:avLst/>
          </a:prstGeom>
          <a:solidFill>
            <a:srgbClr val="F2F2F2"/>
          </a:solidFill>
          <a:ln>
            <a:noFill/>
          </a:ln>
        </p:spPr>
      </p:sp>
      <p:sp>
        <p:nvSpPr>
          <p:cNvPr id="465" name="Google Shape;465;p8"/>
          <p:cNvSpPr txBox="1"/>
          <p:nvPr>
            <p:ph idx="1" type="body"/>
          </p:nvPr>
        </p:nvSpPr>
        <p:spPr>
          <a:xfrm>
            <a:off x="4654747" y="5690271"/>
            <a:ext cx="4102299" cy="511084"/>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200"/>
              <a:buNone/>
              <a:defRPr sz="1200"/>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66" name="Google Shape;466;p8"/>
          <p:cNvSpPr txBox="1"/>
          <p:nvPr>
            <p:ph idx="3" type="body"/>
          </p:nvPr>
        </p:nvSpPr>
        <p:spPr>
          <a:xfrm>
            <a:off x="711045" y="2354712"/>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67" name="Google Shape;467;p8"/>
          <p:cNvSpPr txBox="1"/>
          <p:nvPr>
            <p:ph idx="4" type="body"/>
          </p:nvPr>
        </p:nvSpPr>
        <p:spPr>
          <a:xfrm>
            <a:off x="388739" y="2354712"/>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rgbClr val="7BB725"/>
              </a:buClr>
              <a:buSzPts val="1400"/>
              <a:buNone/>
              <a:defRPr b="1" sz="1400">
                <a:solidFill>
                  <a:srgbClr val="7BB725"/>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68" name="Google Shape;468;p8"/>
          <p:cNvSpPr txBox="1"/>
          <p:nvPr>
            <p:ph idx="5" type="body"/>
          </p:nvPr>
        </p:nvSpPr>
        <p:spPr>
          <a:xfrm>
            <a:off x="711045" y="4525377"/>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69" name="Google Shape;469;p8"/>
          <p:cNvSpPr txBox="1"/>
          <p:nvPr>
            <p:ph idx="6" type="body"/>
          </p:nvPr>
        </p:nvSpPr>
        <p:spPr>
          <a:xfrm>
            <a:off x="388739" y="4525377"/>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rgbClr val="7BB725"/>
              </a:buClr>
              <a:buSzPts val="1400"/>
              <a:buNone/>
              <a:defRPr b="1" sz="1400">
                <a:solidFill>
                  <a:srgbClr val="7BB725"/>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0" name="Google Shape;470;p8"/>
          <p:cNvSpPr txBox="1"/>
          <p:nvPr>
            <p:ph idx="7" type="body"/>
          </p:nvPr>
        </p:nvSpPr>
        <p:spPr>
          <a:xfrm>
            <a:off x="711045" y="3078267"/>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1" name="Google Shape;471;p8"/>
          <p:cNvSpPr txBox="1"/>
          <p:nvPr>
            <p:ph idx="8" type="body"/>
          </p:nvPr>
        </p:nvSpPr>
        <p:spPr>
          <a:xfrm>
            <a:off x="388739" y="3078267"/>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rgbClr val="7BB725"/>
              </a:buClr>
              <a:buSzPts val="1400"/>
              <a:buNone/>
              <a:defRPr b="1" sz="1400">
                <a:solidFill>
                  <a:srgbClr val="7BB725"/>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2" name="Google Shape;472;p8"/>
          <p:cNvSpPr txBox="1"/>
          <p:nvPr>
            <p:ph idx="9" type="body"/>
          </p:nvPr>
        </p:nvSpPr>
        <p:spPr>
          <a:xfrm>
            <a:off x="711045" y="3801822"/>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3" name="Google Shape;473;p8"/>
          <p:cNvSpPr txBox="1"/>
          <p:nvPr>
            <p:ph idx="13" type="body"/>
          </p:nvPr>
        </p:nvSpPr>
        <p:spPr>
          <a:xfrm>
            <a:off x="388739" y="3801822"/>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rgbClr val="7BB725"/>
              </a:buClr>
              <a:buSzPts val="1400"/>
              <a:buNone/>
              <a:defRPr b="1" sz="1400">
                <a:solidFill>
                  <a:srgbClr val="7BB725"/>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4" name="Google Shape;474;p8"/>
          <p:cNvSpPr txBox="1"/>
          <p:nvPr>
            <p:ph idx="14" type="body"/>
          </p:nvPr>
        </p:nvSpPr>
        <p:spPr>
          <a:xfrm>
            <a:off x="711045" y="5248931"/>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5" name="Google Shape;475;p8"/>
          <p:cNvSpPr txBox="1"/>
          <p:nvPr>
            <p:ph idx="15" type="body"/>
          </p:nvPr>
        </p:nvSpPr>
        <p:spPr>
          <a:xfrm>
            <a:off x="388739" y="5248931"/>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rgbClr val="7BB725"/>
              </a:buClr>
              <a:buSzPts val="1400"/>
              <a:buNone/>
              <a:defRPr b="1" sz="1400">
                <a:solidFill>
                  <a:srgbClr val="7BB725"/>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6" name="Google Shape;476;p8"/>
          <p:cNvSpPr txBox="1"/>
          <p:nvPr>
            <p:ph idx="16" type="body"/>
          </p:nvPr>
        </p:nvSpPr>
        <p:spPr>
          <a:xfrm>
            <a:off x="711045" y="1631156"/>
            <a:ext cx="3779992" cy="218586"/>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400"/>
              <a:buNone/>
              <a:defRPr sz="1400"/>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7" name="Google Shape;477;p8"/>
          <p:cNvSpPr txBox="1"/>
          <p:nvPr>
            <p:ph idx="17" type="body"/>
          </p:nvPr>
        </p:nvSpPr>
        <p:spPr>
          <a:xfrm>
            <a:off x="388739" y="1631156"/>
            <a:ext cx="248466" cy="218586"/>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rgbClr val="7BB725"/>
              </a:buClr>
              <a:buSzPts val="1400"/>
              <a:buNone/>
              <a:defRPr b="1" sz="1400">
                <a:solidFill>
                  <a:srgbClr val="7BB725"/>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78" name="Google Shape;478;p8"/>
          <p:cNvSpPr/>
          <p:nvPr>
            <p:ph idx="18" type="pic"/>
          </p:nvPr>
        </p:nvSpPr>
        <p:spPr>
          <a:xfrm>
            <a:off x="6328017" y="301186"/>
            <a:ext cx="810000" cy="386413"/>
          </a:xfrm>
          <a:prstGeom prst="rect">
            <a:avLst/>
          </a:prstGeom>
          <a:noFill/>
          <a:ln>
            <a:noFill/>
          </a:ln>
        </p:spPr>
      </p:sp>
      <p:sp>
        <p:nvSpPr>
          <p:cNvPr id="479" name="Google Shape;479;p8"/>
          <p:cNvSpPr txBox="1"/>
          <p:nvPr>
            <p:ph idx="19"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80" name="Google Shape;480;p8"/>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folie">
  <p:cSld name="Textfolie">
    <p:spTree>
      <p:nvGrpSpPr>
        <p:cNvPr id="481" name="Shape 481"/>
        <p:cNvGrpSpPr/>
        <p:nvPr/>
      </p:nvGrpSpPr>
      <p:grpSpPr>
        <a:xfrm>
          <a:off x="0" y="0"/>
          <a:ext cx="0" cy="0"/>
          <a:chOff x="0" y="0"/>
          <a:chExt cx="0" cy="0"/>
        </a:xfrm>
      </p:grpSpPr>
      <p:sp>
        <p:nvSpPr>
          <p:cNvPr id="482" name="Google Shape;482;p9"/>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3" name="Google Shape;483;p9"/>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4" name="Google Shape;484;p9"/>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485" name="Google Shape;485;p9"/>
          <p:cNvSpPr txBox="1"/>
          <p:nvPr>
            <p:ph idx="1" type="body"/>
          </p:nvPr>
        </p:nvSpPr>
        <p:spPr>
          <a:xfrm>
            <a:off x="388738" y="1631156"/>
            <a:ext cx="8368309" cy="4569619"/>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86" name="Google Shape;486;p9"/>
          <p:cNvSpPr/>
          <p:nvPr>
            <p:ph idx="2" type="pic"/>
          </p:nvPr>
        </p:nvSpPr>
        <p:spPr>
          <a:xfrm>
            <a:off x="6328017" y="301186"/>
            <a:ext cx="810000" cy="386413"/>
          </a:xfrm>
          <a:prstGeom prst="rect">
            <a:avLst/>
          </a:prstGeom>
          <a:noFill/>
          <a:ln>
            <a:noFill/>
          </a:ln>
        </p:spPr>
      </p:sp>
      <p:sp>
        <p:nvSpPr>
          <p:cNvPr id="487" name="Google Shape;487;p9"/>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8" name="Google Shape;488;p9"/>
          <p:cNvSpPr txBox="1"/>
          <p:nvPr>
            <p:ph idx="3"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folie | zweispaltig">
  <p:cSld name="Textfolie | zweispaltig">
    <p:spTree>
      <p:nvGrpSpPr>
        <p:cNvPr id="489" name="Shape 489"/>
        <p:cNvGrpSpPr/>
        <p:nvPr/>
      </p:nvGrpSpPr>
      <p:grpSpPr>
        <a:xfrm>
          <a:off x="0" y="0"/>
          <a:ext cx="0" cy="0"/>
          <a:chOff x="0" y="0"/>
          <a:chExt cx="0" cy="0"/>
        </a:xfrm>
      </p:grpSpPr>
      <p:sp>
        <p:nvSpPr>
          <p:cNvPr id="490" name="Google Shape;490;p10"/>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1" name="Google Shape;491;p10"/>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2" name="Google Shape;492;p10"/>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493" name="Google Shape;493;p10"/>
          <p:cNvSpPr txBox="1"/>
          <p:nvPr>
            <p:ph idx="1" type="body"/>
          </p:nvPr>
        </p:nvSpPr>
        <p:spPr>
          <a:xfrm>
            <a:off x="388739" y="1631156"/>
            <a:ext cx="4102299" cy="4569619"/>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94" name="Google Shape;494;p10"/>
          <p:cNvSpPr txBox="1"/>
          <p:nvPr>
            <p:ph idx="2" type="body"/>
          </p:nvPr>
        </p:nvSpPr>
        <p:spPr>
          <a:xfrm>
            <a:off x="4654747" y="1631156"/>
            <a:ext cx="4102299" cy="4569619"/>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495" name="Google Shape;495;p10"/>
          <p:cNvSpPr/>
          <p:nvPr>
            <p:ph idx="3" type="pic"/>
          </p:nvPr>
        </p:nvSpPr>
        <p:spPr>
          <a:xfrm>
            <a:off x="6328017" y="301186"/>
            <a:ext cx="810000" cy="386413"/>
          </a:xfrm>
          <a:prstGeom prst="rect">
            <a:avLst/>
          </a:prstGeom>
          <a:noFill/>
          <a:ln>
            <a:noFill/>
          </a:ln>
        </p:spPr>
      </p:sp>
      <p:sp>
        <p:nvSpPr>
          <p:cNvPr id="496" name="Google Shape;496;p10"/>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7" name="Google Shape;497;p10"/>
          <p:cNvSpPr txBox="1"/>
          <p:nvPr>
            <p:ph idx="4"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folie | dreispaltig">
  <p:cSld name="Textfolie | dreispaltig">
    <p:spTree>
      <p:nvGrpSpPr>
        <p:cNvPr id="498" name="Shape 498"/>
        <p:cNvGrpSpPr/>
        <p:nvPr/>
      </p:nvGrpSpPr>
      <p:grpSpPr>
        <a:xfrm>
          <a:off x="0" y="0"/>
          <a:ext cx="0" cy="0"/>
          <a:chOff x="0" y="0"/>
          <a:chExt cx="0" cy="0"/>
        </a:xfrm>
      </p:grpSpPr>
      <p:sp>
        <p:nvSpPr>
          <p:cNvPr id="499" name="Google Shape;499;p11"/>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0" name="Google Shape;500;p11"/>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1" name="Google Shape;501;p11"/>
          <p:cNvSpPr txBox="1"/>
          <p:nvPr>
            <p:ph idx="12" type="sldNum"/>
          </p:nvPr>
        </p:nvSpPr>
        <p:spPr>
          <a:xfrm>
            <a:off x="8603158" y="6634667"/>
            <a:ext cx="153889" cy="92333"/>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502" name="Google Shape;502;p11"/>
          <p:cNvSpPr txBox="1"/>
          <p:nvPr>
            <p:ph idx="1" type="body"/>
          </p:nvPr>
        </p:nvSpPr>
        <p:spPr>
          <a:xfrm>
            <a:off x="388739" y="1631157"/>
            <a:ext cx="2676616" cy="4569618"/>
          </a:xfrm>
          <a:prstGeom prst="rect">
            <a:avLst/>
          </a:prstGeom>
          <a:noFill/>
          <a:ln>
            <a:noFill/>
          </a:ln>
        </p:spPr>
        <p:txBody>
          <a:bodyPr anchorCtr="0" anchor="t" bIns="0" lIns="0" spcFirstLastPara="1" rIns="18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03" name="Google Shape;503;p11"/>
          <p:cNvSpPr txBox="1"/>
          <p:nvPr>
            <p:ph idx="2" type="body"/>
          </p:nvPr>
        </p:nvSpPr>
        <p:spPr>
          <a:xfrm>
            <a:off x="6080432" y="1631157"/>
            <a:ext cx="2676616" cy="4569618"/>
          </a:xfrm>
          <a:prstGeom prst="rect">
            <a:avLst/>
          </a:prstGeom>
          <a:noFill/>
          <a:ln>
            <a:noFill/>
          </a:ln>
        </p:spPr>
        <p:txBody>
          <a:bodyPr anchorCtr="0" anchor="t" bIns="0" lIns="0" spcFirstLastPara="1" rIns="18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04" name="Google Shape;504;p11"/>
          <p:cNvSpPr txBox="1"/>
          <p:nvPr>
            <p:ph idx="3" type="body"/>
          </p:nvPr>
        </p:nvSpPr>
        <p:spPr>
          <a:xfrm>
            <a:off x="3234585" y="1631157"/>
            <a:ext cx="2676616" cy="4569618"/>
          </a:xfrm>
          <a:prstGeom prst="rect">
            <a:avLst/>
          </a:prstGeom>
          <a:noFill/>
          <a:ln>
            <a:noFill/>
          </a:ln>
        </p:spPr>
        <p:txBody>
          <a:bodyPr anchorCtr="0" anchor="t" bIns="0" lIns="0" spcFirstLastPara="1" rIns="18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05" name="Google Shape;505;p11"/>
          <p:cNvSpPr/>
          <p:nvPr>
            <p:ph idx="4" type="pic"/>
          </p:nvPr>
        </p:nvSpPr>
        <p:spPr>
          <a:xfrm>
            <a:off x="6328017" y="301186"/>
            <a:ext cx="810000" cy="386413"/>
          </a:xfrm>
          <a:prstGeom prst="rect">
            <a:avLst/>
          </a:prstGeom>
          <a:noFill/>
          <a:ln>
            <a:noFill/>
          </a:ln>
        </p:spPr>
      </p:sp>
      <p:sp>
        <p:nvSpPr>
          <p:cNvPr id="506" name="Google Shape;506;p11"/>
          <p:cNvSpPr txBox="1"/>
          <p:nvPr>
            <p:ph idx="5"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07" name="Google Shape;507;p11"/>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ildfolie">
  <p:cSld name="Text- Bildfolie">
    <p:spTree>
      <p:nvGrpSpPr>
        <p:cNvPr id="508" name="Shape 508"/>
        <p:cNvGrpSpPr/>
        <p:nvPr/>
      </p:nvGrpSpPr>
      <p:grpSpPr>
        <a:xfrm>
          <a:off x="0" y="0"/>
          <a:ext cx="0" cy="0"/>
          <a:chOff x="0" y="0"/>
          <a:chExt cx="0" cy="0"/>
        </a:xfrm>
      </p:grpSpPr>
      <p:sp>
        <p:nvSpPr>
          <p:cNvPr id="509" name="Google Shape;509;p12"/>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0" name="Google Shape;510;p12"/>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1" name="Google Shape;511;p12"/>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512" name="Google Shape;512;p12"/>
          <p:cNvSpPr txBox="1"/>
          <p:nvPr>
            <p:ph idx="1" type="body"/>
          </p:nvPr>
        </p:nvSpPr>
        <p:spPr>
          <a:xfrm>
            <a:off x="388739" y="1631156"/>
            <a:ext cx="4102299" cy="4569619"/>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13" name="Google Shape;513;p12"/>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4" name="Google Shape;514;p12"/>
          <p:cNvSpPr/>
          <p:nvPr>
            <p:ph idx="2" type="pic"/>
          </p:nvPr>
        </p:nvSpPr>
        <p:spPr>
          <a:xfrm>
            <a:off x="4654747" y="1631156"/>
            <a:ext cx="4102299" cy="4569619"/>
          </a:xfrm>
          <a:prstGeom prst="rect">
            <a:avLst/>
          </a:prstGeom>
          <a:solidFill>
            <a:srgbClr val="F2F2F2"/>
          </a:solidFill>
          <a:ln>
            <a:noFill/>
          </a:ln>
        </p:spPr>
      </p:sp>
      <p:sp>
        <p:nvSpPr>
          <p:cNvPr id="515" name="Google Shape;515;p12"/>
          <p:cNvSpPr/>
          <p:nvPr>
            <p:ph idx="3" type="pic"/>
          </p:nvPr>
        </p:nvSpPr>
        <p:spPr>
          <a:xfrm>
            <a:off x="6328017" y="301186"/>
            <a:ext cx="810000" cy="386413"/>
          </a:xfrm>
          <a:prstGeom prst="rect">
            <a:avLst/>
          </a:prstGeom>
          <a:noFill/>
          <a:ln>
            <a:noFill/>
          </a:ln>
        </p:spPr>
      </p:sp>
      <p:sp>
        <p:nvSpPr>
          <p:cNvPr id="516" name="Google Shape;516;p12"/>
          <p:cNvSpPr txBox="1"/>
          <p:nvPr>
            <p:ph idx="4"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Textfolie">
  <p:cSld name="Bild- Textfolie">
    <p:spTree>
      <p:nvGrpSpPr>
        <p:cNvPr id="517" name="Shape 517"/>
        <p:cNvGrpSpPr/>
        <p:nvPr/>
      </p:nvGrpSpPr>
      <p:grpSpPr>
        <a:xfrm>
          <a:off x="0" y="0"/>
          <a:ext cx="0" cy="0"/>
          <a:chOff x="0" y="0"/>
          <a:chExt cx="0" cy="0"/>
        </a:xfrm>
      </p:grpSpPr>
      <p:sp>
        <p:nvSpPr>
          <p:cNvPr id="518" name="Google Shape;518;p13"/>
          <p:cNvSpPr/>
          <p:nvPr>
            <p:ph idx="2" type="pic"/>
          </p:nvPr>
        </p:nvSpPr>
        <p:spPr>
          <a:xfrm>
            <a:off x="388739" y="1631156"/>
            <a:ext cx="4102299" cy="4569619"/>
          </a:xfrm>
          <a:prstGeom prst="rect">
            <a:avLst/>
          </a:prstGeom>
          <a:solidFill>
            <a:srgbClr val="F2F2F2"/>
          </a:solidFill>
          <a:ln>
            <a:noFill/>
          </a:ln>
        </p:spPr>
      </p:sp>
      <p:sp>
        <p:nvSpPr>
          <p:cNvPr id="519" name="Google Shape;519;p13"/>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0" name="Google Shape;520;p13"/>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1" name="Google Shape;521;p13"/>
          <p:cNvSpPr txBox="1"/>
          <p:nvPr>
            <p:ph idx="12" type="sldNum"/>
          </p:nvPr>
        </p:nvSpPr>
        <p:spPr>
          <a:xfrm>
            <a:off x="8603158" y="6634667"/>
            <a:ext cx="153889" cy="92333"/>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522" name="Google Shape;522;p13"/>
          <p:cNvSpPr txBox="1"/>
          <p:nvPr>
            <p:ph idx="1" type="body"/>
          </p:nvPr>
        </p:nvSpPr>
        <p:spPr>
          <a:xfrm>
            <a:off x="4654748" y="1631156"/>
            <a:ext cx="4102299" cy="4569619"/>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23" name="Google Shape;523;p13"/>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4" name="Google Shape;524;p13"/>
          <p:cNvSpPr/>
          <p:nvPr>
            <p:ph idx="3" type="pic"/>
          </p:nvPr>
        </p:nvSpPr>
        <p:spPr>
          <a:xfrm>
            <a:off x="6328017" y="301186"/>
            <a:ext cx="810000" cy="386413"/>
          </a:xfrm>
          <a:prstGeom prst="rect">
            <a:avLst/>
          </a:prstGeom>
          <a:noFill/>
          <a:ln>
            <a:noFill/>
          </a:ln>
        </p:spPr>
      </p:sp>
      <p:sp>
        <p:nvSpPr>
          <p:cNvPr id="525" name="Google Shape;525;p13"/>
          <p:cNvSpPr txBox="1"/>
          <p:nvPr>
            <p:ph idx="4"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folie | mit Störer" showMasterSp="0">
  <p:cSld name="Bildfolie | mit Störer">
    <p:spTree>
      <p:nvGrpSpPr>
        <p:cNvPr id="526" name="Shape 526"/>
        <p:cNvGrpSpPr/>
        <p:nvPr/>
      </p:nvGrpSpPr>
      <p:grpSpPr>
        <a:xfrm>
          <a:off x="0" y="0"/>
          <a:ext cx="0" cy="0"/>
          <a:chOff x="0" y="0"/>
          <a:chExt cx="0" cy="0"/>
        </a:xfrm>
      </p:grpSpPr>
      <p:sp>
        <p:nvSpPr>
          <p:cNvPr id="527" name="Google Shape;527;p14"/>
          <p:cNvSpPr/>
          <p:nvPr>
            <p:ph idx="2" type="pic"/>
          </p:nvPr>
        </p:nvSpPr>
        <p:spPr>
          <a:xfrm>
            <a:off x="0" y="0"/>
            <a:ext cx="9144000" cy="6858000"/>
          </a:xfrm>
          <a:prstGeom prst="rect">
            <a:avLst/>
          </a:prstGeom>
          <a:solidFill>
            <a:srgbClr val="F2F2F2"/>
          </a:solidFill>
          <a:ln>
            <a:noFill/>
          </a:ln>
        </p:spPr>
      </p:sp>
      <p:sp>
        <p:nvSpPr>
          <p:cNvPr id="528" name="Google Shape;528;p14"/>
          <p:cNvSpPr txBox="1"/>
          <p:nvPr>
            <p:ph idx="1" type="body"/>
          </p:nvPr>
        </p:nvSpPr>
        <p:spPr>
          <a:xfrm>
            <a:off x="388739" y="3431381"/>
            <a:ext cx="2678400" cy="2769394"/>
          </a:xfrm>
          <a:prstGeom prst="rect">
            <a:avLst/>
          </a:prstGeom>
          <a:solidFill>
            <a:schemeClr val="lt1"/>
          </a:solidFill>
          <a:ln>
            <a:noFill/>
          </a:ln>
        </p:spPr>
        <p:txBody>
          <a:bodyPr anchorCtr="0" anchor="t" bIns="180000" lIns="180000" spcFirstLastPara="1" rIns="180000" wrap="square" tIns="18000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grpSp>
        <p:nvGrpSpPr>
          <p:cNvPr id="529" name="Google Shape;529;p14"/>
          <p:cNvGrpSpPr/>
          <p:nvPr/>
        </p:nvGrpSpPr>
        <p:grpSpPr>
          <a:xfrm>
            <a:off x="-292893" y="160153"/>
            <a:ext cx="250031" cy="136812"/>
            <a:chOff x="-133350" y="2711163"/>
            <a:chExt cx="333375" cy="136812"/>
          </a:xfrm>
        </p:grpSpPr>
        <p:cxnSp>
          <p:nvCxnSpPr>
            <p:cNvPr id="530" name="Google Shape;530;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31" name="Google Shape;531;p14"/>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532" name="Google Shape;532;p14"/>
          <p:cNvGrpSpPr/>
          <p:nvPr/>
        </p:nvGrpSpPr>
        <p:grpSpPr>
          <a:xfrm>
            <a:off x="-292893" y="1131703"/>
            <a:ext cx="250031" cy="136812"/>
            <a:chOff x="-133350" y="2711163"/>
            <a:chExt cx="333375" cy="136812"/>
          </a:xfrm>
        </p:grpSpPr>
        <p:cxnSp>
          <p:nvCxnSpPr>
            <p:cNvPr id="533" name="Google Shape;533;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34" name="Google Shape;534;p1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535" name="Google Shape;535;p14"/>
          <p:cNvGrpSpPr/>
          <p:nvPr/>
        </p:nvGrpSpPr>
        <p:grpSpPr>
          <a:xfrm>
            <a:off x="-292893" y="1491963"/>
            <a:ext cx="250031" cy="136812"/>
            <a:chOff x="-133350" y="2711163"/>
            <a:chExt cx="333375" cy="136812"/>
          </a:xfrm>
        </p:grpSpPr>
        <p:cxnSp>
          <p:nvCxnSpPr>
            <p:cNvPr id="536" name="Google Shape;536;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37" name="Google Shape;537;p1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538" name="Google Shape;538;p14"/>
          <p:cNvGrpSpPr/>
          <p:nvPr/>
        </p:nvGrpSpPr>
        <p:grpSpPr>
          <a:xfrm>
            <a:off x="-292893" y="3292188"/>
            <a:ext cx="250031" cy="136812"/>
            <a:chOff x="-133350" y="2711163"/>
            <a:chExt cx="333375" cy="136812"/>
          </a:xfrm>
        </p:grpSpPr>
        <p:cxnSp>
          <p:nvCxnSpPr>
            <p:cNvPr id="539" name="Google Shape;539;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40" name="Google Shape;540;p1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541" name="Google Shape;541;p14"/>
          <p:cNvGrpSpPr/>
          <p:nvPr/>
        </p:nvGrpSpPr>
        <p:grpSpPr>
          <a:xfrm>
            <a:off x="-292893" y="6063963"/>
            <a:ext cx="250031" cy="136812"/>
            <a:chOff x="-133350" y="2711163"/>
            <a:chExt cx="333375" cy="136812"/>
          </a:xfrm>
        </p:grpSpPr>
        <p:cxnSp>
          <p:nvCxnSpPr>
            <p:cNvPr id="542" name="Google Shape;542;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43" name="Google Shape;543;p14"/>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544" name="Google Shape;544;p14"/>
          <p:cNvGrpSpPr/>
          <p:nvPr/>
        </p:nvGrpSpPr>
        <p:grpSpPr>
          <a:xfrm>
            <a:off x="-292893" y="6495763"/>
            <a:ext cx="250031" cy="136812"/>
            <a:chOff x="-133350" y="2711163"/>
            <a:chExt cx="333375" cy="136812"/>
          </a:xfrm>
        </p:grpSpPr>
        <p:cxnSp>
          <p:nvCxnSpPr>
            <p:cNvPr id="545" name="Google Shape;545;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46" name="Google Shape;546;p14"/>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547" name="Google Shape;547;p14"/>
          <p:cNvGrpSpPr/>
          <p:nvPr/>
        </p:nvGrpSpPr>
        <p:grpSpPr>
          <a:xfrm rot="-5400000">
            <a:off x="169567" y="-282035"/>
            <a:ext cx="333375" cy="102606"/>
            <a:chOff x="-133350" y="2711167"/>
            <a:chExt cx="333375" cy="136808"/>
          </a:xfrm>
        </p:grpSpPr>
        <p:cxnSp>
          <p:nvCxnSpPr>
            <p:cNvPr id="548" name="Google Shape;548;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49" name="Google Shape;549;p14"/>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550" name="Google Shape;550;p14"/>
          <p:cNvGrpSpPr/>
          <p:nvPr/>
        </p:nvGrpSpPr>
        <p:grpSpPr>
          <a:xfrm rot="-5400000">
            <a:off x="4273057" y="-282036"/>
            <a:ext cx="333375" cy="102603"/>
            <a:chOff x="-133350" y="2711171"/>
            <a:chExt cx="333375" cy="136804"/>
          </a:xfrm>
        </p:grpSpPr>
        <p:cxnSp>
          <p:nvCxnSpPr>
            <p:cNvPr id="551" name="Google Shape;551;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52" name="Google Shape;552;p14"/>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553" name="Google Shape;553;p14"/>
          <p:cNvGrpSpPr/>
          <p:nvPr/>
        </p:nvGrpSpPr>
        <p:grpSpPr>
          <a:xfrm>
            <a:off x="4652949" y="-397423"/>
            <a:ext cx="93680" cy="333375"/>
            <a:chOff x="6416680" y="-397423"/>
            <a:chExt cx="124907" cy="333375"/>
          </a:xfrm>
        </p:grpSpPr>
        <p:cxnSp>
          <p:nvCxnSpPr>
            <p:cNvPr id="554" name="Google Shape;554;p14"/>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55" name="Google Shape;555;p14"/>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556" name="Google Shape;556;p14"/>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557" name="Google Shape;557;p14"/>
          <p:cNvGrpSpPr/>
          <p:nvPr/>
        </p:nvGrpSpPr>
        <p:grpSpPr>
          <a:xfrm rot="-5400000">
            <a:off x="8543829" y="-282039"/>
            <a:ext cx="333375" cy="102600"/>
            <a:chOff x="-133350" y="2711175"/>
            <a:chExt cx="333375" cy="136800"/>
          </a:xfrm>
        </p:grpSpPr>
        <p:cxnSp>
          <p:nvCxnSpPr>
            <p:cNvPr id="558" name="Google Shape;558;p1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559" name="Google Shape;559;p14"/>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folie | 1x">
  <p:cSld name="Bildfolie | 1x">
    <p:spTree>
      <p:nvGrpSpPr>
        <p:cNvPr id="560" name="Shape 560"/>
        <p:cNvGrpSpPr/>
        <p:nvPr/>
      </p:nvGrpSpPr>
      <p:grpSpPr>
        <a:xfrm>
          <a:off x="0" y="0"/>
          <a:ext cx="0" cy="0"/>
          <a:chOff x="0" y="0"/>
          <a:chExt cx="0" cy="0"/>
        </a:xfrm>
      </p:grpSpPr>
      <p:sp>
        <p:nvSpPr>
          <p:cNvPr id="561" name="Google Shape;561;p15"/>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2" name="Google Shape;562;p15"/>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3" name="Google Shape;563;p15"/>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564" name="Google Shape;564;p15"/>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5" name="Google Shape;565;p15"/>
          <p:cNvSpPr/>
          <p:nvPr>
            <p:ph idx="2" type="pic"/>
          </p:nvPr>
        </p:nvSpPr>
        <p:spPr>
          <a:xfrm>
            <a:off x="388738" y="1631156"/>
            <a:ext cx="8368310" cy="3951164"/>
          </a:xfrm>
          <a:prstGeom prst="rect">
            <a:avLst/>
          </a:prstGeom>
          <a:solidFill>
            <a:srgbClr val="F2F2F2"/>
          </a:solidFill>
          <a:ln>
            <a:noFill/>
          </a:ln>
        </p:spPr>
      </p:sp>
      <p:sp>
        <p:nvSpPr>
          <p:cNvPr id="566" name="Google Shape;566;p15"/>
          <p:cNvSpPr txBox="1"/>
          <p:nvPr>
            <p:ph idx="1" type="body"/>
          </p:nvPr>
        </p:nvSpPr>
        <p:spPr>
          <a:xfrm>
            <a:off x="388738" y="5690271"/>
            <a:ext cx="8368310" cy="511084"/>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200"/>
              <a:buNone/>
              <a:defRPr sz="1200"/>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67" name="Google Shape;567;p15"/>
          <p:cNvSpPr/>
          <p:nvPr>
            <p:ph idx="3" type="pic"/>
          </p:nvPr>
        </p:nvSpPr>
        <p:spPr>
          <a:xfrm>
            <a:off x="6328017" y="301186"/>
            <a:ext cx="810000" cy="386413"/>
          </a:xfrm>
          <a:prstGeom prst="rect">
            <a:avLst/>
          </a:prstGeom>
          <a:noFill/>
          <a:ln>
            <a:noFill/>
          </a:ln>
        </p:spPr>
      </p:sp>
      <p:sp>
        <p:nvSpPr>
          <p:cNvPr id="568" name="Google Shape;568;p15"/>
          <p:cNvSpPr txBox="1"/>
          <p:nvPr>
            <p:ph idx="4"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folie | 2x">
  <p:cSld name="Bildfolie | 2x">
    <p:spTree>
      <p:nvGrpSpPr>
        <p:cNvPr id="569" name="Shape 569"/>
        <p:cNvGrpSpPr/>
        <p:nvPr/>
      </p:nvGrpSpPr>
      <p:grpSpPr>
        <a:xfrm>
          <a:off x="0" y="0"/>
          <a:ext cx="0" cy="0"/>
          <a:chOff x="0" y="0"/>
          <a:chExt cx="0" cy="0"/>
        </a:xfrm>
      </p:grpSpPr>
      <p:sp>
        <p:nvSpPr>
          <p:cNvPr id="570" name="Google Shape;570;p16"/>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1" name="Google Shape;571;p16"/>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2" name="Google Shape;572;p16"/>
          <p:cNvSpPr txBox="1"/>
          <p:nvPr>
            <p:ph idx="12" type="sldNum"/>
          </p:nvPr>
        </p:nvSpPr>
        <p:spPr>
          <a:xfrm>
            <a:off x="8603158" y="6634667"/>
            <a:ext cx="153889" cy="92333"/>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573" name="Google Shape;573;p16"/>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4" name="Google Shape;574;p16"/>
          <p:cNvSpPr/>
          <p:nvPr>
            <p:ph idx="2" type="pic"/>
          </p:nvPr>
        </p:nvSpPr>
        <p:spPr>
          <a:xfrm>
            <a:off x="388738" y="1631156"/>
            <a:ext cx="4102299" cy="3951164"/>
          </a:xfrm>
          <a:prstGeom prst="rect">
            <a:avLst/>
          </a:prstGeom>
          <a:solidFill>
            <a:srgbClr val="F2F2F2"/>
          </a:solidFill>
          <a:ln>
            <a:noFill/>
          </a:ln>
        </p:spPr>
      </p:sp>
      <p:sp>
        <p:nvSpPr>
          <p:cNvPr id="575" name="Google Shape;575;p16"/>
          <p:cNvSpPr txBox="1"/>
          <p:nvPr>
            <p:ph idx="1" type="body"/>
          </p:nvPr>
        </p:nvSpPr>
        <p:spPr>
          <a:xfrm>
            <a:off x="388738" y="5690271"/>
            <a:ext cx="4102299" cy="511084"/>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200"/>
              <a:buNone/>
              <a:defRPr sz="1200"/>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76" name="Google Shape;576;p16"/>
          <p:cNvSpPr/>
          <p:nvPr>
            <p:ph idx="3" type="pic"/>
          </p:nvPr>
        </p:nvSpPr>
        <p:spPr>
          <a:xfrm>
            <a:off x="4654748" y="1631156"/>
            <a:ext cx="4102299" cy="3951164"/>
          </a:xfrm>
          <a:prstGeom prst="rect">
            <a:avLst/>
          </a:prstGeom>
          <a:solidFill>
            <a:srgbClr val="F2F2F2"/>
          </a:solidFill>
          <a:ln>
            <a:noFill/>
          </a:ln>
        </p:spPr>
      </p:sp>
      <p:sp>
        <p:nvSpPr>
          <p:cNvPr id="577" name="Google Shape;577;p16"/>
          <p:cNvSpPr txBox="1"/>
          <p:nvPr>
            <p:ph idx="4" type="body"/>
          </p:nvPr>
        </p:nvSpPr>
        <p:spPr>
          <a:xfrm>
            <a:off x="4654748" y="5690271"/>
            <a:ext cx="4102299" cy="511084"/>
          </a:xfrm>
          <a:prstGeom prst="rect">
            <a:avLst/>
          </a:prstGeom>
          <a:noFill/>
          <a:ln>
            <a:noFill/>
          </a:ln>
        </p:spPr>
        <p:txBody>
          <a:bodyPr anchorCtr="0" anchor="t" bIns="0" lIns="0" spcFirstLastPara="1" rIns="360000" wrap="square" tIns="0">
            <a:noAutofit/>
          </a:bodyPr>
          <a:lstStyle>
            <a:lvl1pPr indent="-228600" lvl="0" marL="457200" algn="l">
              <a:lnSpc>
                <a:spcPct val="110000"/>
              </a:lnSpc>
              <a:spcBef>
                <a:spcPts val="0"/>
              </a:spcBef>
              <a:spcAft>
                <a:spcPts val="0"/>
              </a:spcAft>
              <a:buClr>
                <a:schemeClr val="dk1"/>
              </a:buClr>
              <a:buSzPts val="1200"/>
              <a:buNone/>
              <a:defRPr sz="1200"/>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78" name="Google Shape;578;p16"/>
          <p:cNvSpPr/>
          <p:nvPr>
            <p:ph idx="5" type="pic"/>
          </p:nvPr>
        </p:nvSpPr>
        <p:spPr>
          <a:xfrm>
            <a:off x="6328017" y="301186"/>
            <a:ext cx="810000" cy="386413"/>
          </a:xfrm>
          <a:prstGeom prst="rect">
            <a:avLst/>
          </a:prstGeom>
          <a:noFill/>
          <a:ln>
            <a:noFill/>
          </a:ln>
        </p:spPr>
      </p:sp>
      <p:sp>
        <p:nvSpPr>
          <p:cNvPr id="579" name="Google Shape;579;p16"/>
          <p:cNvSpPr txBox="1"/>
          <p:nvPr>
            <p:ph idx="6"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folie | 3x">
  <p:cSld name="Bildfolie | 3x">
    <p:spTree>
      <p:nvGrpSpPr>
        <p:cNvPr id="580" name="Shape 580"/>
        <p:cNvGrpSpPr/>
        <p:nvPr/>
      </p:nvGrpSpPr>
      <p:grpSpPr>
        <a:xfrm>
          <a:off x="0" y="0"/>
          <a:ext cx="0" cy="0"/>
          <a:chOff x="0" y="0"/>
          <a:chExt cx="0" cy="0"/>
        </a:xfrm>
      </p:grpSpPr>
      <p:sp>
        <p:nvSpPr>
          <p:cNvPr id="581" name="Google Shape;581;p17"/>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2" name="Google Shape;582;p17"/>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3" name="Google Shape;583;p17"/>
          <p:cNvSpPr txBox="1"/>
          <p:nvPr>
            <p:ph idx="12" type="sldNum"/>
          </p:nvPr>
        </p:nvSpPr>
        <p:spPr>
          <a:xfrm>
            <a:off x="8603158" y="6634667"/>
            <a:ext cx="153889" cy="92333"/>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584" name="Google Shape;584;p17"/>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5" name="Google Shape;585;p17"/>
          <p:cNvSpPr/>
          <p:nvPr>
            <p:ph idx="2" type="pic"/>
          </p:nvPr>
        </p:nvSpPr>
        <p:spPr>
          <a:xfrm>
            <a:off x="388738" y="1631156"/>
            <a:ext cx="2677319" cy="3951164"/>
          </a:xfrm>
          <a:prstGeom prst="rect">
            <a:avLst/>
          </a:prstGeom>
          <a:solidFill>
            <a:srgbClr val="F2F2F2"/>
          </a:solidFill>
          <a:ln>
            <a:noFill/>
          </a:ln>
        </p:spPr>
      </p:sp>
      <p:sp>
        <p:nvSpPr>
          <p:cNvPr id="586" name="Google Shape;586;p17"/>
          <p:cNvSpPr txBox="1"/>
          <p:nvPr>
            <p:ph idx="1" type="body"/>
          </p:nvPr>
        </p:nvSpPr>
        <p:spPr>
          <a:xfrm>
            <a:off x="388738" y="5690271"/>
            <a:ext cx="2677319" cy="511084"/>
          </a:xfrm>
          <a:prstGeom prst="rect">
            <a:avLst/>
          </a:prstGeom>
          <a:noFill/>
          <a:ln>
            <a:noFill/>
          </a:ln>
        </p:spPr>
        <p:txBody>
          <a:bodyPr anchorCtr="0" anchor="t" bIns="0" lIns="0" spcFirstLastPara="1" rIns="180000" wrap="square" tIns="0">
            <a:noAutofit/>
          </a:bodyPr>
          <a:lstStyle>
            <a:lvl1pPr indent="-228600" lvl="0" marL="457200" algn="l">
              <a:lnSpc>
                <a:spcPct val="110000"/>
              </a:lnSpc>
              <a:spcBef>
                <a:spcPts val="0"/>
              </a:spcBef>
              <a:spcAft>
                <a:spcPts val="0"/>
              </a:spcAft>
              <a:buClr>
                <a:schemeClr val="dk1"/>
              </a:buClr>
              <a:buSzPts val="1200"/>
              <a:buNone/>
              <a:defRPr sz="1200"/>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87" name="Google Shape;587;p17"/>
          <p:cNvSpPr/>
          <p:nvPr>
            <p:ph idx="3" type="pic"/>
          </p:nvPr>
        </p:nvSpPr>
        <p:spPr>
          <a:xfrm>
            <a:off x="6079729" y="1631156"/>
            <a:ext cx="2677319" cy="3951164"/>
          </a:xfrm>
          <a:prstGeom prst="rect">
            <a:avLst/>
          </a:prstGeom>
          <a:solidFill>
            <a:srgbClr val="F2F2F2"/>
          </a:solidFill>
          <a:ln>
            <a:noFill/>
          </a:ln>
        </p:spPr>
      </p:sp>
      <p:sp>
        <p:nvSpPr>
          <p:cNvPr id="588" name="Google Shape;588;p17"/>
          <p:cNvSpPr txBox="1"/>
          <p:nvPr>
            <p:ph idx="4" type="body"/>
          </p:nvPr>
        </p:nvSpPr>
        <p:spPr>
          <a:xfrm>
            <a:off x="6079729" y="5690271"/>
            <a:ext cx="2677319" cy="511084"/>
          </a:xfrm>
          <a:prstGeom prst="rect">
            <a:avLst/>
          </a:prstGeom>
          <a:noFill/>
          <a:ln>
            <a:noFill/>
          </a:ln>
        </p:spPr>
        <p:txBody>
          <a:bodyPr anchorCtr="0" anchor="t" bIns="0" lIns="0" spcFirstLastPara="1" rIns="180000" wrap="square" tIns="0">
            <a:noAutofit/>
          </a:bodyPr>
          <a:lstStyle>
            <a:lvl1pPr indent="-228600" lvl="0" marL="457200" algn="l">
              <a:lnSpc>
                <a:spcPct val="110000"/>
              </a:lnSpc>
              <a:spcBef>
                <a:spcPts val="0"/>
              </a:spcBef>
              <a:spcAft>
                <a:spcPts val="0"/>
              </a:spcAft>
              <a:buClr>
                <a:schemeClr val="dk1"/>
              </a:buClr>
              <a:buSzPts val="1200"/>
              <a:buNone/>
              <a:defRPr sz="1200"/>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89" name="Google Shape;589;p17"/>
          <p:cNvSpPr/>
          <p:nvPr>
            <p:ph idx="5" type="pic"/>
          </p:nvPr>
        </p:nvSpPr>
        <p:spPr>
          <a:xfrm>
            <a:off x="3234233" y="1631156"/>
            <a:ext cx="2677319" cy="3951164"/>
          </a:xfrm>
          <a:prstGeom prst="rect">
            <a:avLst/>
          </a:prstGeom>
          <a:solidFill>
            <a:srgbClr val="F2F2F2"/>
          </a:solidFill>
          <a:ln>
            <a:noFill/>
          </a:ln>
        </p:spPr>
      </p:sp>
      <p:sp>
        <p:nvSpPr>
          <p:cNvPr id="590" name="Google Shape;590;p17"/>
          <p:cNvSpPr txBox="1"/>
          <p:nvPr>
            <p:ph idx="6" type="body"/>
          </p:nvPr>
        </p:nvSpPr>
        <p:spPr>
          <a:xfrm>
            <a:off x="3234233" y="5690271"/>
            <a:ext cx="2677319" cy="511084"/>
          </a:xfrm>
          <a:prstGeom prst="rect">
            <a:avLst/>
          </a:prstGeom>
          <a:noFill/>
          <a:ln>
            <a:noFill/>
          </a:ln>
        </p:spPr>
        <p:txBody>
          <a:bodyPr anchorCtr="0" anchor="t" bIns="0" lIns="0" spcFirstLastPara="1" rIns="180000" wrap="square" tIns="0">
            <a:noAutofit/>
          </a:bodyPr>
          <a:lstStyle>
            <a:lvl1pPr indent="-228600" lvl="0" marL="457200" algn="l">
              <a:lnSpc>
                <a:spcPct val="110000"/>
              </a:lnSpc>
              <a:spcBef>
                <a:spcPts val="0"/>
              </a:spcBef>
              <a:spcAft>
                <a:spcPts val="0"/>
              </a:spcAft>
              <a:buClr>
                <a:schemeClr val="dk1"/>
              </a:buClr>
              <a:buSzPts val="1200"/>
              <a:buNone/>
              <a:defRPr sz="1200"/>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91" name="Google Shape;591;p17"/>
          <p:cNvSpPr/>
          <p:nvPr>
            <p:ph idx="7" type="pic"/>
          </p:nvPr>
        </p:nvSpPr>
        <p:spPr>
          <a:xfrm>
            <a:off x="6328017" y="301186"/>
            <a:ext cx="810000" cy="386413"/>
          </a:xfrm>
          <a:prstGeom prst="rect">
            <a:avLst/>
          </a:prstGeom>
          <a:noFill/>
          <a:ln>
            <a:noFill/>
          </a:ln>
        </p:spPr>
      </p:sp>
      <p:sp>
        <p:nvSpPr>
          <p:cNvPr id="592" name="Google Shape;592;p17"/>
          <p:cNvSpPr txBox="1"/>
          <p:nvPr>
            <p:ph idx="8"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sfolie">
  <p:cSld name="Inhaltsfolie">
    <p:spTree>
      <p:nvGrpSpPr>
        <p:cNvPr id="593" name="Shape 593"/>
        <p:cNvGrpSpPr/>
        <p:nvPr/>
      </p:nvGrpSpPr>
      <p:grpSpPr>
        <a:xfrm>
          <a:off x="0" y="0"/>
          <a:ext cx="0" cy="0"/>
          <a:chOff x="0" y="0"/>
          <a:chExt cx="0" cy="0"/>
        </a:xfrm>
      </p:grpSpPr>
      <p:sp>
        <p:nvSpPr>
          <p:cNvPr id="594" name="Google Shape;594;p18"/>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5" name="Google Shape;595;p18"/>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6" name="Google Shape;596;p18"/>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597" name="Google Shape;597;p18"/>
          <p:cNvSpPr txBox="1"/>
          <p:nvPr>
            <p:ph idx="1" type="body"/>
          </p:nvPr>
        </p:nvSpPr>
        <p:spPr>
          <a:xfrm>
            <a:off x="388738" y="1631156"/>
            <a:ext cx="8366525" cy="4569619"/>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598" name="Google Shape;598;p18"/>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9" name="Google Shape;599;p18"/>
          <p:cNvSpPr/>
          <p:nvPr>
            <p:ph idx="2" type="pic"/>
          </p:nvPr>
        </p:nvSpPr>
        <p:spPr>
          <a:xfrm>
            <a:off x="6328017" y="301186"/>
            <a:ext cx="810000" cy="386413"/>
          </a:xfrm>
          <a:prstGeom prst="rect">
            <a:avLst/>
          </a:prstGeom>
          <a:noFill/>
          <a:ln>
            <a:noFill/>
          </a:ln>
        </p:spPr>
      </p:sp>
      <p:sp>
        <p:nvSpPr>
          <p:cNvPr id="600" name="Google Shape;600;p18"/>
          <p:cNvSpPr txBox="1"/>
          <p:nvPr>
            <p:ph idx="3"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601" name="Google Shape;601;p18"/>
          <p:cNvSpPr txBox="1"/>
          <p:nvPr/>
        </p:nvSpPr>
        <p:spPr>
          <a:xfrm>
            <a:off x="0" y="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sz="1200">
                <a:solidFill>
                  <a:schemeClr val="dk1"/>
                </a:solidFill>
              </a:rPr>
              <a:t>Y. Herasymenko: “CLIPGraph: A Graph-Based Approach for Contrastive Learning of CLIP Representations”</a:t>
            </a:r>
            <a:endParaRPr sz="1200">
              <a:solidFill>
                <a:schemeClr val="dk1"/>
              </a:solidFill>
            </a:endParaRPr>
          </a:p>
        </p:txBody>
      </p:sp>
      <p:sp>
        <p:nvSpPr>
          <p:cNvPr id="602" name="Google Shape;602;p18"/>
          <p:cNvSpPr txBox="1"/>
          <p:nvPr/>
        </p:nvSpPr>
        <p:spPr>
          <a:xfrm>
            <a:off x="80850" y="611910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sz="1200">
                <a:solidFill>
                  <a:schemeClr val="dk1"/>
                </a:solidFill>
              </a:rPr>
              <a:t>Y. Herasymenko: “CLIPGraph: A Graph-Based Approach for Contrastive Learning of CLIP Representations”</a:t>
            </a:r>
            <a:endParaRPr sz="1200">
              <a:solidFill>
                <a:schemeClr val="dk1"/>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sfolie | mit Text">
  <p:cSld name="Inhaltsfolie | mit Text">
    <p:spTree>
      <p:nvGrpSpPr>
        <p:cNvPr id="603" name="Shape 603"/>
        <p:cNvGrpSpPr/>
        <p:nvPr/>
      </p:nvGrpSpPr>
      <p:grpSpPr>
        <a:xfrm>
          <a:off x="0" y="0"/>
          <a:ext cx="0" cy="0"/>
          <a:chOff x="0" y="0"/>
          <a:chExt cx="0" cy="0"/>
        </a:xfrm>
      </p:grpSpPr>
      <p:sp>
        <p:nvSpPr>
          <p:cNvPr id="604" name="Google Shape;604;p19"/>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5" name="Google Shape;605;p19"/>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6" name="Google Shape;606;p19"/>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607" name="Google Shape;607;p19"/>
          <p:cNvSpPr txBox="1"/>
          <p:nvPr>
            <p:ph idx="1" type="body"/>
          </p:nvPr>
        </p:nvSpPr>
        <p:spPr>
          <a:xfrm>
            <a:off x="6078646" y="1631156"/>
            <a:ext cx="2678400" cy="4569620"/>
          </a:xfrm>
          <a:prstGeom prst="rect">
            <a:avLst/>
          </a:prstGeom>
          <a:noFill/>
          <a:ln>
            <a:noFill/>
          </a:ln>
        </p:spPr>
        <p:txBody>
          <a:bodyPr anchorCtr="0" anchor="t" bIns="0" lIns="0" spcFirstLastPara="1" rIns="18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608" name="Google Shape;608;p19"/>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9" name="Google Shape;609;p19"/>
          <p:cNvSpPr txBox="1"/>
          <p:nvPr>
            <p:ph idx="2" type="body"/>
          </p:nvPr>
        </p:nvSpPr>
        <p:spPr>
          <a:xfrm>
            <a:off x="388738" y="1631157"/>
            <a:ext cx="5522814" cy="4569620"/>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610" name="Google Shape;610;p19"/>
          <p:cNvSpPr/>
          <p:nvPr>
            <p:ph idx="3" type="pic"/>
          </p:nvPr>
        </p:nvSpPr>
        <p:spPr>
          <a:xfrm>
            <a:off x="6328017" y="301186"/>
            <a:ext cx="810000" cy="386413"/>
          </a:xfrm>
          <a:prstGeom prst="rect">
            <a:avLst/>
          </a:prstGeom>
          <a:noFill/>
          <a:ln>
            <a:noFill/>
          </a:ln>
        </p:spPr>
      </p:sp>
      <p:sp>
        <p:nvSpPr>
          <p:cNvPr id="611" name="Google Shape;611;p19"/>
          <p:cNvSpPr txBox="1"/>
          <p:nvPr>
            <p:ph idx="4"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sfolie | zweispaltig">
  <p:cSld name="Inhaltsfolie | zweispaltig">
    <p:spTree>
      <p:nvGrpSpPr>
        <p:cNvPr id="612" name="Shape 612"/>
        <p:cNvGrpSpPr/>
        <p:nvPr/>
      </p:nvGrpSpPr>
      <p:grpSpPr>
        <a:xfrm>
          <a:off x="0" y="0"/>
          <a:ext cx="0" cy="0"/>
          <a:chOff x="0" y="0"/>
          <a:chExt cx="0" cy="0"/>
        </a:xfrm>
      </p:grpSpPr>
      <p:sp>
        <p:nvSpPr>
          <p:cNvPr id="613" name="Google Shape;613;p20"/>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4" name="Google Shape;614;p20"/>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5" name="Google Shape;615;p20"/>
          <p:cNvSpPr txBox="1"/>
          <p:nvPr>
            <p:ph idx="12" type="sldNum"/>
          </p:nvPr>
        </p:nvSpPr>
        <p:spPr>
          <a:xfrm>
            <a:off x="8603158" y="6634667"/>
            <a:ext cx="153889" cy="92333"/>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616" name="Google Shape;616;p20"/>
          <p:cNvSpPr txBox="1"/>
          <p:nvPr>
            <p:ph idx="1" type="body"/>
          </p:nvPr>
        </p:nvSpPr>
        <p:spPr>
          <a:xfrm>
            <a:off x="388738" y="1631156"/>
            <a:ext cx="4102300" cy="4569619"/>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617" name="Google Shape;617;p20"/>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8" name="Google Shape;618;p20"/>
          <p:cNvSpPr/>
          <p:nvPr>
            <p:ph idx="2" type="pic"/>
          </p:nvPr>
        </p:nvSpPr>
        <p:spPr>
          <a:xfrm>
            <a:off x="6328017" y="301186"/>
            <a:ext cx="810000" cy="386413"/>
          </a:xfrm>
          <a:prstGeom prst="rect">
            <a:avLst/>
          </a:prstGeom>
          <a:noFill/>
          <a:ln>
            <a:noFill/>
          </a:ln>
        </p:spPr>
      </p:sp>
      <p:sp>
        <p:nvSpPr>
          <p:cNvPr id="619" name="Google Shape;619;p20"/>
          <p:cNvSpPr txBox="1"/>
          <p:nvPr>
            <p:ph idx="3" type="body"/>
          </p:nvPr>
        </p:nvSpPr>
        <p:spPr>
          <a:xfrm>
            <a:off x="4654748" y="1631156"/>
            <a:ext cx="4102300" cy="4569619"/>
          </a:xfrm>
          <a:prstGeom prst="rect">
            <a:avLst/>
          </a:prstGeom>
          <a:noFill/>
          <a:ln>
            <a:noFill/>
          </a:ln>
        </p:spPr>
        <p:txBody>
          <a:bodyPr anchorCtr="0" anchor="t" bIns="0" lIns="0" spcFirstLastPara="1" rIns="36000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620" name="Google Shape;620;p20"/>
          <p:cNvSpPr txBox="1"/>
          <p:nvPr>
            <p:ph idx="4"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 weiß">
  <p:cSld name="Nur Titel | weiß">
    <p:spTree>
      <p:nvGrpSpPr>
        <p:cNvPr id="621" name="Shape 621"/>
        <p:cNvGrpSpPr/>
        <p:nvPr/>
      </p:nvGrpSpPr>
      <p:grpSpPr>
        <a:xfrm>
          <a:off x="0" y="0"/>
          <a:ext cx="0" cy="0"/>
          <a:chOff x="0" y="0"/>
          <a:chExt cx="0" cy="0"/>
        </a:xfrm>
      </p:grpSpPr>
      <p:sp>
        <p:nvSpPr>
          <p:cNvPr id="622" name="Google Shape;622;p21"/>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3" name="Google Shape;623;p21"/>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4" name="Google Shape;624;p21"/>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5" name="Google Shape;625;p21"/>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626" name="Google Shape;626;p21"/>
          <p:cNvSpPr/>
          <p:nvPr>
            <p:ph idx="2" type="pic"/>
          </p:nvPr>
        </p:nvSpPr>
        <p:spPr>
          <a:xfrm>
            <a:off x="6328017" y="301186"/>
            <a:ext cx="810000" cy="386413"/>
          </a:xfrm>
          <a:prstGeom prst="rect">
            <a:avLst/>
          </a:prstGeom>
          <a:noFill/>
          <a:ln>
            <a:noFill/>
          </a:ln>
        </p:spPr>
      </p:sp>
      <p:sp>
        <p:nvSpPr>
          <p:cNvPr id="627" name="Google Shape;627;p21"/>
          <p:cNvSpPr txBox="1"/>
          <p:nvPr>
            <p:ph idx="1"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628" name="Google Shape;628;p21"/>
          <p:cNvSpPr txBox="1"/>
          <p:nvPr/>
        </p:nvSpPr>
        <p:spPr>
          <a:xfrm>
            <a:off x="0" y="0"/>
            <a:ext cx="3000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de-DE"/>
              <a:t>how to add current date to google slidea 2) add text to every slide</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itatfolie">
  <p:cSld name="Zitatfolie">
    <p:spTree>
      <p:nvGrpSpPr>
        <p:cNvPr id="629" name="Shape 629"/>
        <p:cNvGrpSpPr/>
        <p:nvPr/>
      </p:nvGrpSpPr>
      <p:grpSpPr>
        <a:xfrm>
          <a:off x="0" y="0"/>
          <a:ext cx="0" cy="0"/>
          <a:chOff x="0" y="0"/>
          <a:chExt cx="0" cy="0"/>
        </a:xfrm>
      </p:grpSpPr>
      <p:sp>
        <p:nvSpPr>
          <p:cNvPr id="630" name="Google Shape;630;p22"/>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41E42"/>
              </a:buClr>
              <a:buSzPts val="2000"/>
              <a:buFont typeface="Arial"/>
              <a:buNone/>
              <a:defRPr>
                <a:solidFill>
                  <a:srgbClr val="041E4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1" name="Google Shape;631;p22"/>
          <p:cNvSpPr txBox="1"/>
          <p:nvPr>
            <p:ph idx="10" type="dt"/>
          </p:nvPr>
        </p:nvSpPr>
        <p:spPr>
          <a:xfrm>
            <a:off x="7930836" y="6634667"/>
            <a:ext cx="519373"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2" name="Google Shape;632;p22"/>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3" name="Google Shape;633;p22"/>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sz="700">
                <a:solidFill>
                  <a:schemeClr val="dk1"/>
                </a:solidFill>
                <a:latin typeface="Arial"/>
                <a:ea typeface="Arial"/>
                <a:cs typeface="Arial"/>
                <a:sym typeface="Arial"/>
              </a:defRPr>
            </a:lvl1pPr>
            <a:lvl2pPr indent="0" lvl="1" marL="0" algn="r">
              <a:spcBef>
                <a:spcPts val="0"/>
              </a:spcBef>
              <a:buNone/>
              <a:defRPr sz="700">
                <a:solidFill>
                  <a:schemeClr val="dk1"/>
                </a:solidFill>
                <a:latin typeface="Arial"/>
                <a:ea typeface="Arial"/>
                <a:cs typeface="Arial"/>
                <a:sym typeface="Arial"/>
              </a:defRPr>
            </a:lvl2pPr>
            <a:lvl3pPr indent="0" lvl="2" marL="0" algn="r">
              <a:spcBef>
                <a:spcPts val="0"/>
              </a:spcBef>
              <a:buNone/>
              <a:defRPr sz="700">
                <a:solidFill>
                  <a:schemeClr val="dk1"/>
                </a:solidFill>
                <a:latin typeface="Arial"/>
                <a:ea typeface="Arial"/>
                <a:cs typeface="Arial"/>
                <a:sym typeface="Arial"/>
              </a:defRPr>
            </a:lvl3pPr>
            <a:lvl4pPr indent="0" lvl="3" marL="0" algn="r">
              <a:spcBef>
                <a:spcPts val="0"/>
              </a:spcBef>
              <a:buNone/>
              <a:defRPr sz="700">
                <a:solidFill>
                  <a:schemeClr val="dk1"/>
                </a:solidFill>
                <a:latin typeface="Arial"/>
                <a:ea typeface="Arial"/>
                <a:cs typeface="Arial"/>
                <a:sym typeface="Arial"/>
              </a:defRPr>
            </a:lvl4pPr>
            <a:lvl5pPr indent="0" lvl="4" marL="0" algn="r">
              <a:spcBef>
                <a:spcPts val="0"/>
              </a:spcBef>
              <a:buNone/>
              <a:defRPr sz="700">
                <a:solidFill>
                  <a:schemeClr val="dk1"/>
                </a:solidFill>
                <a:latin typeface="Arial"/>
                <a:ea typeface="Arial"/>
                <a:cs typeface="Arial"/>
                <a:sym typeface="Arial"/>
              </a:defRPr>
            </a:lvl5pPr>
            <a:lvl6pPr indent="0" lvl="5" marL="0" algn="r">
              <a:spcBef>
                <a:spcPts val="0"/>
              </a:spcBef>
              <a:buNone/>
              <a:defRPr sz="700">
                <a:solidFill>
                  <a:schemeClr val="dk1"/>
                </a:solidFill>
                <a:latin typeface="Arial"/>
                <a:ea typeface="Arial"/>
                <a:cs typeface="Arial"/>
                <a:sym typeface="Arial"/>
              </a:defRPr>
            </a:lvl6pPr>
            <a:lvl7pPr indent="0" lvl="6" marL="0" algn="r">
              <a:spcBef>
                <a:spcPts val="0"/>
              </a:spcBef>
              <a:buNone/>
              <a:defRPr sz="700">
                <a:solidFill>
                  <a:schemeClr val="dk1"/>
                </a:solidFill>
                <a:latin typeface="Arial"/>
                <a:ea typeface="Arial"/>
                <a:cs typeface="Arial"/>
                <a:sym typeface="Arial"/>
              </a:defRPr>
            </a:lvl7pPr>
            <a:lvl8pPr indent="0" lvl="7" marL="0" algn="r">
              <a:spcBef>
                <a:spcPts val="0"/>
              </a:spcBef>
              <a:buNone/>
              <a:defRPr sz="700">
                <a:solidFill>
                  <a:schemeClr val="dk1"/>
                </a:solidFill>
                <a:latin typeface="Arial"/>
                <a:ea typeface="Arial"/>
                <a:cs typeface="Arial"/>
                <a:sym typeface="Arial"/>
              </a:defRPr>
            </a:lvl8pPr>
            <a:lvl9pPr indent="0" lvl="8" marL="0" algn="r">
              <a:spcBef>
                <a:spcPts val="0"/>
              </a:spcBef>
              <a:buNone/>
              <a:defRPr sz="7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634" name="Google Shape;634;p22"/>
          <p:cNvSpPr/>
          <p:nvPr/>
        </p:nvSpPr>
        <p:spPr>
          <a:xfrm>
            <a:off x="388738" y="1631156"/>
            <a:ext cx="8368310" cy="4569619"/>
          </a:xfrm>
          <a:prstGeom prst="rect">
            <a:avLst/>
          </a:prstGeom>
          <a:solidFill>
            <a:schemeClr val="accent5"/>
          </a:solidFill>
          <a:ln>
            <a:noFill/>
          </a:ln>
        </p:spPr>
        <p:txBody>
          <a:bodyPr anchorCtr="0" anchor="ctr" bIns="135000" lIns="135000" spcFirstLastPara="1" rIns="135000" wrap="square" tIns="135000">
            <a:noAutofit/>
          </a:bodyPr>
          <a:lstStyle/>
          <a:p>
            <a:pPr indent="0" lvl="0" marL="0" marR="0" rtl="0" algn="l">
              <a:lnSpc>
                <a:spcPct val="110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635" name="Google Shape;635;p22"/>
          <p:cNvSpPr txBox="1"/>
          <p:nvPr>
            <p:ph idx="1" type="body"/>
          </p:nvPr>
        </p:nvSpPr>
        <p:spPr>
          <a:xfrm>
            <a:off x="1872893" y="2835964"/>
            <a:ext cx="5400000" cy="2160000"/>
          </a:xfrm>
          <a:prstGeom prst="rect">
            <a:avLst/>
          </a:prstGeom>
          <a:noFill/>
          <a:ln>
            <a:noFill/>
          </a:ln>
        </p:spPr>
        <p:txBody>
          <a:bodyPr anchorCtr="0" anchor="ctr" bIns="0" lIns="0" spcFirstLastPara="1" rIns="0" wrap="square" tIns="0">
            <a:normAutofit/>
          </a:bodyPr>
          <a:lstStyle>
            <a:lvl1pPr indent="-228600" lvl="0" marL="457200" algn="ctr">
              <a:lnSpc>
                <a:spcPct val="110000"/>
              </a:lnSpc>
              <a:spcBef>
                <a:spcPts val="0"/>
              </a:spcBef>
              <a:spcAft>
                <a:spcPts val="0"/>
              </a:spcAft>
              <a:buClr>
                <a:srgbClr val="041E42"/>
              </a:buClr>
              <a:buSzPts val="1600"/>
              <a:buNone/>
              <a:defRPr i="1" sz="1600">
                <a:solidFill>
                  <a:srgbClr val="041E42"/>
                </a:solidFill>
                <a:latin typeface="Arial"/>
                <a:ea typeface="Arial"/>
                <a:cs typeface="Arial"/>
                <a:sym typeface="Arial"/>
              </a:defRPr>
            </a:lvl1pPr>
            <a:lvl2pPr indent="-228600" lvl="1" marL="914400" algn="l">
              <a:lnSpc>
                <a:spcPct val="110000"/>
              </a:lnSpc>
              <a:spcBef>
                <a:spcPts val="800"/>
              </a:spcBef>
              <a:spcAft>
                <a:spcPts val="0"/>
              </a:spcAft>
              <a:buSzPts val="1400"/>
              <a:buNone/>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636" name="Google Shape;636;p22"/>
          <p:cNvSpPr/>
          <p:nvPr>
            <p:ph idx="2" type="pic"/>
          </p:nvPr>
        </p:nvSpPr>
        <p:spPr>
          <a:xfrm>
            <a:off x="6328017" y="301186"/>
            <a:ext cx="810000" cy="386413"/>
          </a:xfrm>
          <a:prstGeom prst="rect">
            <a:avLst/>
          </a:prstGeom>
          <a:noFill/>
          <a:ln>
            <a:noFill/>
          </a:ln>
        </p:spPr>
      </p:sp>
      <p:sp>
        <p:nvSpPr>
          <p:cNvPr id="637" name="Google Shape;637;p22"/>
          <p:cNvSpPr txBox="1"/>
          <p:nvPr>
            <p:ph idx="3"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rgbClr val="041E42"/>
              </a:buClr>
              <a:buSzPts val="1400"/>
              <a:buNone/>
              <a:defRPr sz="1400">
                <a:solidFill>
                  <a:srgbClr val="041E4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bild" showMasterSp="0">
  <p:cSld name="Titelbild">
    <p:bg>
      <p:bgPr>
        <a:solidFill>
          <a:schemeClr val="dk2"/>
        </a:solidFill>
      </p:bgPr>
    </p:bg>
    <p:spTree>
      <p:nvGrpSpPr>
        <p:cNvPr id="638" name="Shape 638"/>
        <p:cNvGrpSpPr/>
        <p:nvPr/>
      </p:nvGrpSpPr>
      <p:grpSpPr>
        <a:xfrm>
          <a:off x="0" y="0"/>
          <a:ext cx="0" cy="0"/>
          <a:chOff x="0" y="0"/>
          <a:chExt cx="0" cy="0"/>
        </a:xfrm>
      </p:grpSpPr>
      <p:sp>
        <p:nvSpPr>
          <p:cNvPr id="639" name="Google Shape;639;p23"/>
          <p:cNvSpPr txBox="1"/>
          <p:nvPr>
            <p:ph idx="1" type="body"/>
          </p:nvPr>
        </p:nvSpPr>
        <p:spPr>
          <a:xfrm>
            <a:off x="0" y="1628776"/>
            <a:ext cx="9144000" cy="5229225"/>
          </a:xfrm>
          <a:prstGeom prst="rect">
            <a:avLst/>
          </a:prstGeom>
          <a:gradFill>
            <a:gsLst>
              <a:gs pos="0">
                <a:schemeClr val="accent4"/>
              </a:gs>
              <a:gs pos="5000">
                <a:schemeClr val="accent4"/>
              </a:gs>
              <a:gs pos="50000">
                <a:srgbClr val="7BB725">
                  <a:alpha val="49803"/>
                </a:srgbClr>
              </a:gs>
              <a:gs pos="100000">
                <a:srgbClr val="7BB725">
                  <a:alpha val="20000"/>
                </a:srgbClr>
              </a:gs>
            </a:gsLst>
            <a:lin ang="5400000" scaled="0"/>
          </a:gradFill>
          <a:ln>
            <a:noFill/>
          </a:ln>
        </p:spPr>
        <p:txBody>
          <a:bodyPr anchorCtr="0" anchor="t" bIns="0" lIns="540000" spcFirstLastPara="1" rIns="0" wrap="square" tIns="1188000">
            <a:noAutofit/>
          </a:bodyPr>
          <a:lstStyle>
            <a:lvl1pPr indent="-228600" lvl="0" marL="457200" algn="l">
              <a:lnSpc>
                <a:spcPct val="110000"/>
              </a:lnSpc>
              <a:spcBef>
                <a:spcPts val="0"/>
              </a:spcBef>
              <a:spcAft>
                <a:spcPts val="0"/>
              </a:spcAft>
              <a:buClr>
                <a:schemeClr val="lt1"/>
              </a:buClr>
              <a:buSzPts val="3000"/>
              <a:buNone/>
              <a:defRPr b="1" sz="3000">
                <a:latin typeface="Arial"/>
                <a:ea typeface="Arial"/>
                <a:cs typeface="Arial"/>
                <a:sym typeface="Aria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640" name="Google Shape;640;p23"/>
          <p:cNvSpPr/>
          <p:nvPr>
            <p:ph idx="2" type="pic"/>
          </p:nvPr>
        </p:nvSpPr>
        <p:spPr>
          <a:xfrm>
            <a:off x="0" y="1628775"/>
            <a:ext cx="9144000" cy="5229226"/>
          </a:xfrm>
          <a:prstGeom prst="rect">
            <a:avLst/>
          </a:prstGeom>
          <a:solidFill>
            <a:srgbClr val="F2F2F2"/>
          </a:solidFill>
          <a:ln>
            <a:noFill/>
          </a:ln>
        </p:spPr>
      </p:sp>
      <p:sp>
        <p:nvSpPr>
          <p:cNvPr id="641" name="Google Shape;641;p23"/>
          <p:cNvSpPr txBox="1"/>
          <p:nvPr>
            <p:ph type="title"/>
          </p:nvPr>
        </p:nvSpPr>
        <p:spPr>
          <a:xfrm>
            <a:off x="390123" y="3042516"/>
            <a:ext cx="3732625" cy="772969"/>
          </a:xfrm>
          <a:prstGeom prst="rect">
            <a:avLst/>
          </a:prstGeom>
          <a:noFill/>
          <a:ln>
            <a:noFill/>
          </a:ln>
        </p:spPr>
        <p:txBody>
          <a:bodyPr anchorCtr="0" anchor="t" bIns="0" lIns="0" spcFirstLastPara="1" rIns="0" wrap="square" tIns="0">
            <a:spAutoFit/>
          </a:bodyPr>
          <a:lstStyle>
            <a:lvl1pPr lvl="0" algn="l">
              <a:lnSpc>
                <a:spcPct val="110000"/>
              </a:lnSpc>
              <a:spcBef>
                <a:spcPts val="0"/>
              </a:spcBef>
              <a:spcAft>
                <a:spcPts val="0"/>
              </a:spcAft>
              <a:buClr>
                <a:schemeClr val="lt1"/>
              </a:buClr>
              <a:buSzPts val="4950"/>
              <a:buFont typeface="Arial"/>
              <a:buNone/>
              <a:defRPr sz="49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2" name="Google Shape;642;p23"/>
          <p:cNvSpPr/>
          <p:nvPr/>
        </p:nvSpPr>
        <p:spPr>
          <a:xfrm>
            <a:off x="388800" y="1196733"/>
            <a:ext cx="8757047" cy="720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grpSp>
        <p:nvGrpSpPr>
          <p:cNvPr id="643" name="Google Shape;643;p23"/>
          <p:cNvGrpSpPr/>
          <p:nvPr/>
        </p:nvGrpSpPr>
        <p:grpSpPr>
          <a:xfrm>
            <a:off x="-292893" y="160153"/>
            <a:ext cx="250031" cy="136812"/>
            <a:chOff x="-133350" y="2711163"/>
            <a:chExt cx="333375" cy="136812"/>
          </a:xfrm>
        </p:grpSpPr>
        <p:cxnSp>
          <p:nvCxnSpPr>
            <p:cNvPr id="644" name="Google Shape;644;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45" name="Google Shape;645;p23"/>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646" name="Google Shape;646;p23"/>
          <p:cNvGrpSpPr/>
          <p:nvPr/>
        </p:nvGrpSpPr>
        <p:grpSpPr>
          <a:xfrm>
            <a:off x="-292893" y="1131703"/>
            <a:ext cx="250031" cy="136812"/>
            <a:chOff x="-133350" y="2711163"/>
            <a:chExt cx="333375" cy="136812"/>
          </a:xfrm>
        </p:grpSpPr>
        <p:cxnSp>
          <p:nvCxnSpPr>
            <p:cNvPr id="647" name="Google Shape;647;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48" name="Google Shape;648;p23"/>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649" name="Google Shape;649;p23"/>
          <p:cNvGrpSpPr/>
          <p:nvPr/>
        </p:nvGrpSpPr>
        <p:grpSpPr>
          <a:xfrm>
            <a:off x="-292893" y="1491963"/>
            <a:ext cx="250031" cy="136812"/>
            <a:chOff x="-133350" y="2711163"/>
            <a:chExt cx="333375" cy="136812"/>
          </a:xfrm>
        </p:grpSpPr>
        <p:cxnSp>
          <p:nvCxnSpPr>
            <p:cNvPr id="650" name="Google Shape;650;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51" name="Google Shape;651;p23"/>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652" name="Google Shape;652;p23"/>
          <p:cNvGrpSpPr/>
          <p:nvPr/>
        </p:nvGrpSpPr>
        <p:grpSpPr>
          <a:xfrm>
            <a:off x="-292893" y="3292188"/>
            <a:ext cx="250031" cy="136812"/>
            <a:chOff x="-133350" y="2711163"/>
            <a:chExt cx="333375" cy="136812"/>
          </a:xfrm>
        </p:grpSpPr>
        <p:cxnSp>
          <p:nvCxnSpPr>
            <p:cNvPr id="653" name="Google Shape;653;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54" name="Google Shape;654;p23"/>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655" name="Google Shape;655;p23"/>
          <p:cNvGrpSpPr/>
          <p:nvPr/>
        </p:nvGrpSpPr>
        <p:grpSpPr>
          <a:xfrm>
            <a:off x="-292893" y="6063963"/>
            <a:ext cx="250031" cy="136812"/>
            <a:chOff x="-133350" y="2711163"/>
            <a:chExt cx="333375" cy="136812"/>
          </a:xfrm>
        </p:grpSpPr>
        <p:cxnSp>
          <p:nvCxnSpPr>
            <p:cNvPr id="656" name="Google Shape;656;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57" name="Google Shape;657;p23"/>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658" name="Google Shape;658;p23"/>
          <p:cNvGrpSpPr/>
          <p:nvPr/>
        </p:nvGrpSpPr>
        <p:grpSpPr>
          <a:xfrm>
            <a:off x="-292893" y="6495763"/>
            <a:ext cx="250031" cy="136812"/>
            <a:chOff x="-133350" y="2711163"/>
            <a:chExt cx="333375" cy="136812"/>
          </a:xfrm>
        </p:grpSpPr>
        <p:cxnSp>
          <p:nvCxnSpPr>
            <p:cNvPr id="659" name="Google Shape;659;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60" name="Google Shape;660;p23"/>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661" name="Google Shape;661;p23"/>
          <p:cNvGrpSpPr/>
          <p:nvPr/>
        </p:nvGrpSpPr>
        <p:grpSpPr>
          <a:xfrm rot="-5400000">
            <a:off x="169567" y="-282035"/>
            <a:ext cx="333375" cy="102606"/>
            <a:chOff x="-133350" y="2711167"/>
            <a:chExt cx="333375" cy="136808"/>
          </a:xfrm>
        </p:grpSpPr>
        <p:cxnSp>
          <p:nvCxnSpPr>
            <p:cNvPr id="662" name="Google Shape;662;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63" name="Google Shape;663;p23"/>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664" name="Google Shape;664;p23"/>
          <p:cNvGrpSpPr/>
          <p:nvPr/>
        </p:nvGrpSpPr>
        <p:grpSpPr>
          <a:xfrm rot="-5400000">
            <a:off x="4273057" y="-282036"/>
            <a:ext cx="333375" cy="102603"/>
            <a:chOff x="-133350" y="2711171"/>
            <a:chExt cx="333375" cy="136804"/>
          </a:xfrm>
        </p:grpSpPr>
        <p:cxnSp>
          <p:nvCxnSpPr>
            <p:cNvPr id="665" name="Google Shape;665;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66" name="Google Shape;666;p23"/>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667" name="Google Shape;667;p23"/>
          <p:cNvGrpSpPr/>
          <p:nvPr/>
        </p:nvGrpSpPr>
        <p:grpSpPr>
          <a:xfrm>
            <a:off x="4652949" y="-397423"/>
            <a:ext cx="93680" cy="333375"/>
            <a:chOff x="6416680" y="-397423"/>
            <a:chExt cx="124907" cy="333375"/>
          </a:xfrm>
        </p:grpSpPr>
        <p:cxnSp>
          <p:nvCxnSpPr>
            <p:cNvPr id="668" name="Google Shape;668;p23"/>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69" name="Google Shape;669;p23"/>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670" name="Google Shape;670;p23"/>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671" name="Google Shape;671;p23"/>
          <p:cNvGrpSpPr/>
          <p:nvPr/>
        </p:nvGrpSpPr>
        <p:grpSpPr>
          <a:xfrm rot="-5400000">
            <a:off x="8543829" y="-282039"/>
            <a:ext cx="333375" cy="102600"/>
            <a:chOff x="-133350" y="2711175"/>
            <a:chExt cx="333375" cy="136800"/>
          </a:xfrm>
        </p:grpSpPr>
        <p:cxnSp>
          <p:nvCxnSpPr>
            <p:cNvPr id="672" name="Google Shape;672;p23"/>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673" name="Google Shape;673;p23"/>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674" name="Google Shape;674;p23"/>
          <p:cNvSpPr/>
          <p:nvPr/>
        </p:nvSpPr>
        <p:spPr>
          <a:xfrm>
            <a:off x="7352747" y="300703"/>
            <a:ext cx="1403903" cy="535987"/>
          </a:xfrm>
          <a:custGeom>
            <a:rect b="b" l="l" r="r" t="t"/>
            <a:pathLst>
              <a:path extrusionOk="0" h="556225" w="1456912">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675" name="Google Shape;675;p23"/>
          <p:cNvGrpSpPr/>
          <p:nvPr/>
        </p:nvGrpSpPr>
        <p:grpSpPr>
          <a:xfrm>
            <a:off x="387350" y="293688"/>
            <a:ext cx="2623087" cy="328167"/>
            <a:chOff x="2178367" y="2525076"/>
            <a:chExt cx="7773351" cy="972503"/>
          </a:xfrm>
        </p:grpSpPr>
        <p:sp>
          <p:nvSpPr>
            <p:cNvPr id="676" name="Google Shape;676;p23"/>
            <p:cNvSpPr/>
            <p:nvPr/>
          </p:nvSpPr>
          <p:spPr>
            <a:xfrm>
              <a:off x="2178367" y="2545079"/>
              <a:ext cx="232409" cy="369569"/>
            </a:xfrm>
            <a:custGeom>
              <a:rect b="b" l="l" r="r" t="t"/>
              <a:pathLst>
                <a:path extrusionOk="0" h="369569" w="232409">
                  <a:moveTo>
                    <a:pt x="232410" y="60960"/>
                  </a:moveTo>
                  <a:lnTo>
                    <a:pt x="65722" y="60960"/>
                  </a:lnTo>
                  <a:lnTo>
                    <a:pt x="65722" y="152400"/>
                  </a:lnTo>
                  <a:lnTo>
                    <a:pt x="189547" y="152400"/>
                  </a:lnTo>
                  <a:lnTo>
                    <a:pt x="189547" y="212408"/>
                  </a:lnTo>
                  <a:lnTo>
                    <a:pt x="65722" y="212408"/>
                  </a:lnTo>
                  <a:lnTo>
                    <a:pt x="65722" y="369570"/>
                  </a:lnTo>
                  <a:lnTo>
                    <a:pt x="0" y="369570"/>
                  </a:lnTo>
                  <a:lnTo>
                    <a:pt x="0" y="0"/>
                  </a:lnTo>
                  <a:lnTo>
                    <a:pt x="231458" y="0"/>
                  </a:lnTo>
                  <a:lnTo>
                    <a:pt x="231458" y="6096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677" name="Google Shape;677;p23"/>
            <p:cNvSpPr/>
            <p:nvPr/>
          </p:nvSpPr>
          <p:spPr>
            <a:xfrm>
              <a:off x="2446972"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678" name="Google Shape;678;p23"/>
            <p:cNvSpPr/>
            <p:nvPr/>
          </p:nvSpPr>
          <p:spPr>
            <a:xfrm>
              <a:off x="2651759"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79" name="Google Shape;679;p23"/>
            <p:cNvSpPr/>
            <p:nvPr/>
          </p:nvSpPr>
          <p:spPr>
            <a:xfrm>
              <a:off x="2787966" y="2641281"/>
              <a:ext cx="242887" cy="279082"/>
            </a:xfrm>
            <a:custGeom>
              <a:rect b="b" l="l" r="r" t="t"/>
              <a:pathLst>
                <a:path extrusionOk="0" h="279082" w="242887">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680" name="Google Shape;680;p23"/>
            <p:cNvSpPr/>
            <p:nvPr/>
          </p:nvSpPr>
          <p:spPr>
            <a:xfrm>
              <a:off x="3086099" y="2525076"/>
              <a:ext cx="248602" cy="396239"/>
            </a:xfrm>
            <a:custGeom>
              <a:rect b="b" l="l" r="r" t="t"/>
              <a:pathLst>
                <a:path extrusionOk="0" h="396239" w="248602">
                  <a:moveTo>
                    <a:pt x="0" y="255270"/>
                  </a:moveTo>
                  <a:cubicBezTo>
                    <a:pt x="0" y="169545"/>
                    <a:pt x="43815" y="116205"/>
                    <a:pt x="108585" y="116205"/>
                  </a:cubicBezTo>
                  <a:cubicBezTo>
                    <a:pt x="141922" y="116205"/>
                    <a:pt x="168592" y="130493"/>
                    <a:pt x="185738" y="152400"/>
                  </a:cubicBezTo>
                  <a:lnTo>
                    <a:pt x="186690" y="152400"/>
                  </a:lnTo>
                  <a:lnTo>
                    <a:pt x="186690" y="15240"/>
                  </a:lnTo>
                  <a:lnTo>
                    <a:pt x="248603" y="0"/>
                  </a:lnTo>
                  <a:lnTo>
                    <a:pt x="248603"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681" name="Google Shape;681;p23"/>
            <p:cNvSpPr/>
            <p:nvPr/>
          </p:nvSpPr>
          <p:spPr>
            <a:xfrm>
              <a:off x="3417569" y="2641039"/>
              <a:ext cx="160020" cy="272657"/>
            </a:xfrm>
            <a:custGeom>
              <a:rect b="b" l="l" r="r" t="t"/>
              <a:pathLst>
                <a:path extrusionOk="0" h="272657" w="16002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682" name="Google Shape;682;p23"/>
            <p:cNvSpPr/>
            <p:nvPr/>
          </p:nvSpPr>
          <p:spPr>
            <a:xfrm>
              <a:off x="3622357" y="2528887"/>
              <a:ext cx="79057" cy="384810"/>
            </a:xfrm>
            <a:custGeom>
              <a:rect b="b" l="l" r="r" t="t"/>
              <a:pathLst>
                <a:path extrusionOk="0" h="384810" w="79057">
                  <a:moveTo>
                    <a:pt x="79058" y="38100"/>
                  </a:moveTo>
                  <a:cubicBezTo>
                    <a:pt x="79058" y="60007"/>
                    <a:pt x="60960" y="76200"/>
                    <a:pt x="39052" y="76200"/>
                  </a:cubicBezTo>
                  <a:cubicBezTo>
                    <a:pt x="17145" y="76200"/>
                    <a:pt x="0" y="60960"/>
                    <a:pt x="0" y="38100"/>
                  </a:cubicBezTo>
                  <a:cubicBezTo>
                    <a:pt x="0" y="16193"/>
                    <a:pt x="18097" y="0"/>
                    <a:pt x="39052" y="0"/>
                  </a:cubicBezTo>
                  <a:cubicBezTo>
                    <a:pt x="60960" y="0"/>
                    <a:pt x="79058" y="16193"/>
                    <a:pt x="79058"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83" name="Google Shape;683;p23"/>
            <p:cNvSpPr/>
            <p:nvPr/>
          </p:nvSpPr>
          <p:spPr>
            <a:xfrm>
              <a:off x="3759516" y="2640329"/>
              <a:ext cx="224790" cy="280034"/>
            </a:xfrm>
            <a:custGeom>
              <a:rect b="b" l="l" r="r" t="t"/>
              <a:pathLst>
                <a:path extrusionOk="0" h="280034" w="22479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84" name="Google Shape;684;p23"/>
            <p:cNvSpPr/>
            <p:nvPr/>
          </p:nvSpPr>
          <p:spPr>
            <a:xfrm>
              <a:off x="4038599" y="2525076"/>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85" name="Google Shape;685;p23"/>
            <p:cNvSpPr/>
            <p:nvPr/>
          </p:nvSpPr>
          <p:spPr>
            <a:xfrm>
              <a:off x="4338637" y="2721291"/>
              <a:ext cx="130492" cy="59055"/>
            </a:xfrm>
            <a:custGeom>
              <a:rect b="b" l="l" r="r" t="t"/>
              <a:pathLst>
                <a:path extrusionOk="0" h="59055" w="130492">
                  <a:moveTo>
                    <a:pt x="130493" y="59055"/>
                  </a:moveTo>
                  <a:lnTo>
                    <a:pt x="0" y="59055"/>
                  </a:lnTo>
                  <a:lnTo>
                    <a:pt x="0" y="0"/>
                  </a:lnTo>
                  <a:lnTo>
                    <a:pt x="130493" y="0"/>
                  </a:lnTo>
                  <a:lnTo>
                    <a:pt x="130493"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86" name="Google Shape;686;p23"/>
            <p:cNvSpPr/>
            <p:nvPr/>
          </p:nvSpPr>
          <p:spPr>
            <a:xfrm>
              <a:off x="4502467" y="2545079"/>
              <a:ext cx="342900" cy="368617"/>
            </a:xfrm>
            <a:custGeom>
              <a:rect b="b" l="l" r="r" t="t"/>
              <a:pathLst>
                <a:path extrusionOk="0" h="368617" w="342900">
                  <a:moveTo>
                    <a:pt x="136207" y="0"/>
                  </a:moveTo>
                  <a:lnTo>
                    <a:pt x="205740" y="0"/>
                  </a:lnTo>
                  <a:lnTo>
                    <a:pt x="342900" y="368618"/>
                  </a:lnTo>
                  <a:lnTo>
                    <a:pt x="271463" y="368618"/>
                  </a:lnTo>
                  <a:lnTo>
                    <a:pt x="244792" y="290512"/>
                  </a:lnTo>
                  <a:lnTo>
                    <a:pt x="96202" y="290512"/>
                  </a:lnTo>
                  <a:lnTo>
                    <a:pt x="69532" y="368618"/>
                  </a:lnTo>
                  <a:lnTo>
                    <a:pt x="0" y="368618"/>
                  </a:lnTo>
                  <a:lnTo>
                    <a:pt x="136207" y="0"/>
                  </a:lnTo>
                  <a:close/>
                  <a:moveTo>
                    <a:pt x="116205" y="231458"/>
                  </a:moveTo>
                  <a:lnTo>
                    <a:pt x="223838" y="231458"/>
                  </a:lnTo>
                  <a:lnTo>
                    <a:pt x="170497" y="75247"/>
                  </a:lnTo>
                  <a:lnTo>
                    <a:pt x="169545" y="75247"/>
                  </a:lnTo>
                  <a:lnTo>
                    <a:pt x="116205" y="231458"/>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87" name="Google Shape;687;p23"/>
            <p:cNvSpPr/>
            <p:nvPr/>
          </p:nvSpPr>
          <p:spPr>
            <a:xfrm>
              <a:off x="4900612" y="2525076"/>
              <a:ext cx="61912" cy="388620"/>
            </a:xfrm>
            <a:custGeom>
              <a:rect b="b" l="l" r="r" t="t"/>
              <a:pathLst>
                <a:path extrusionOk="0" h="388620" w="61912">
                  <a:moveTo>
                    <a:pt x="61913" y="388620"/>
                  </a:moveTo>
                  <a:lnTo>
                    <a:pt x="0" y="388620"/>
                  </a:lnTo>
                  <a:lnTo>
                    <a:pt x="0" y="14288"/>
                  </a:lnTo>
                  <a:lnTo>
                    <a:pt x="61913" y="0"/>
                  </a:lnTo>
                  <a:lnTo>
                    <a:pt x="61913"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88" name="Google Shape;688;p23"/>
            <p:cNvSpPr/>
            <p:nvPr/>
          </p:nvSpPr>
          <p:spPr>
            <a:xfrm>
              <a:off x="502919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89" name="Google Shape;689;p23"/>
            <p:cNvSpPr/>
            <p:nvPr/>
          </p:nvSpPr>
          <p:spPr>
            <a:xfrm>
              <a:off x="5306377" y="2646997"/>
              <a:ext cx="255269" cy="266700"/>
            </a:xfrm>
            <a:custGeom>
              <a:rect b="b" l="l" r="r" t="t"/>
              <a:pathLst>
                <a:path extrusionOk="0" h="266700" w="255269">
                  <a:moveTo>
                    <a:pt x="255270" y="266700"/>
                  </a:moveTo>
                  <a:lnTo>
                    <a:pt x="183832" y="266700"/>
                  </a:lnTo>
                  <a:lnTo>
                    <a:pt x="126682" y="174307"/>
                  </a:lnTo>
                  <a:lnTo>
                    <a:pt x="125730" y="174307"/>
                  </a:lnTo>
                  <a:lnTo>
                    <a:pt x="70485" y="266700"/>
                  </a:lnTo>
                  <a:lnTo>
                    <a:pt x="0" y="266700"/>
                  </a:lnTo>
                  <a:lnTo>
                    <a:pt x="91440" y="128588"/>
                  </a:lnTo>
                  <a:lnTo>
                    <a:pt x="6667" y="0"/>
                  </a:lnTo>
                  <a:lnTo>
                    <a:pt x="77153" y="0"/>
                  </a:lnTo>
                  <a:lnTo>
                    <a:pt x="127635" y="81915"/>
                  </a:lnTo>
                  <a:lnTo>
                    <a:pt x="128588" y="81915"/>
                  </a:lnTo>
                  <a:lnTo>
                    <a:pt x="178117" y="0"/>
                  </a:lnTo>
                  <a:lnTo>
                    <a:pt x="247650" y="0"/>
                  </a:lnTo>
                  <a:lnTo>
                    <a:pt x="163830" y="127635"/>
                  </a:lnTo>
                  <a:lnTo>
                    <a:pt x="255270" y="26670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0" name="Google Shape;690;p23"/>
            <p:cNvSpPr/>
            <p:nvPr/>
          </p:nvSpPr>
          <p:spPr>
            <a:xfrm>
              <a:off x="5594967" y="2641281"/>
              <a:ext cx="225759" cy="279082"/>
            </a:xfrm>
            <a:custGeom>
              <a:rect b="b" l="l" r="r" t="t"/>
              <a:pathLst>
                <a:path extrusionOk="0" h="279082" w="225759">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5735"/>
                    <a:pt x="59072" y="193358"/>
                  </a:cubicBezTo>
                  <a:cubicBezTo>
                    <a:pt x="59072" y="217170"/>
                    <a:pt x="76217" y="232410"/>
                    <a:pt x="103839" y="23241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1" name="Google Shape;691;p23"/>
            <p:cNvSpPr/>
            <p:nvPr/>
          </p:nvSpPr>
          <p:spPr>
            <a:xfrm>
              <a:off x="5900737"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2" name="Google Shape;692;p23"/>
            <p:cNvSpPr/>
            <p:nvPr/>
          </p:nvSpPr>
          <p:spPr>
            <a:xfrm>
              <a:off x="6195059" y="2525076"/>
              <a:ext cx="248602" cy="396239"/>
            </a:xfrm>
            <a:custGeom>
              <a:rect b="b" l="l" r="r" t="t"/>
              <a:pathLst>
                <a:path extrusionOk="0" h="396239" w="248602">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3" name="Google Shape;693;p23"/>
            <p:cNvSpPr/>
            <p:nvPr/>
          </p:nvSpPr>
          <p:spPr>
            <a:xfrm>
              <a:off x="651128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7" y="53340"/>
                    <a:pt x="242887" y="135255"/>
                  </a:cubicBezTo>
                  <a:cubicBezTo>
                    <a:pt x="242887" y="143828"/>
                    <a:pt x="241935" y="153353"/>
                    <a:pt x="241935" y="160972"/>
                  </a:cubicBezTo>
                  <a:lnTo>
                    <a:pt x="62865" y="160972"/>
                  </a:lnTo>
                  <a:cubicBezTo>
                    <a:pt x="69532" y="201930"/>
                    <a:pt x="94297" y="225743"/>
                    <a:pt x="132397" y="225743"/>
                  </a:cubicBezTo>
                  <a:cubicBezTo>
                    <a:pt x="157162" y="225743"/>
                    <a:pt x="177165" y="216218"/>
                    <a:pt x="198120" y="194310"/>
                  </a:cubicBezTo>
                  <a:lnTo>
                    <a:pt x="237172" y="235268"/>
                  </a:lnTo>
                  <a:cubicBezTo>
                    <a:pt x="206692" y="264795"/>
                    <a:pt x="172403" y="279083"/>
                    <a:pt x="132397" y="279083"/>
                  </a:cubicBezTo>
                  <a:close/>
                  <a:moveTo>
                    <a:pt x="62865" y="115253"/>
                  </a:moveTo>
                  <a:lnTo>
                    <a:pt x="183833" y="115253"/>
                  </a:lnTo>
                  <a:cubicBezTo>
                    <a:pt x="180975" y="74295"/>
                    <a:pt x="160020" y="50482"/>
                    <a:pt x="124778" y="50482"/>
                  </a:cubicBezTo>
                  <a:cubicBezTo>
                    <a:pt x="90488" y="50482"/>
                    <a:pt x="67628"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4" name="Google Shape;694;p23"/>
            <p:cNvSpPr/>
            <p:nvPr/>
          </p:nvSpPr>
          <p:spPr>
            <a:xfrm>
              <a:off x="6824662" y="2641039"/>
              <a:ext cx="160019" cy="272657"/>
            </a:xfrm>
            <a:custGeom>
              <a:rect b="b" l="l" r="r" t="t"/>
              <a:pathLst>
                <a:path extrusionOk="0" h="272657" w="160019">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5" name="Google Shape;695;p23"/>
            <p:cNvSpPr/>
            <p:nvPr/>
          </p:nvSpPr>
          <p:spPr>
            <a:xfrm>
              <a:off x="7023734" y="2721291"/>
              <a:ext cx="130492" cy="59055"/>
            </a:xfrm>
            <a:custGeom>
              <a:rect b="b" l="l" r="r" t="t"/>
              <a:pathLst>
                <a:path extrusionOk="0" h="59055" w="130492">
                  <a:moveTo>
                    <a:pt x="130492" y="59055"/>
                  </a:moveTo>
                  <a:lnTo>
                    <a:pt x="0" y="59055"/>
                  </a:lnTo>
                  <a:lnTo>
                    <a:pt x="0" y="0"/>
                  </a:lnTo>
                  <a:lnTo>
                    <a:pt x="130492" y="0"/>
                  </a:lnTo>
                  <a:lnTo>
                    <a:pt x="130492"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6" name="Google Shape;696;p23"/>
            <p:cNvSpPr/>
            <p:nvPr/>
          </p:nvSpPr>
          <p:spPr>
            <a:xfrm>
              <a:off x="7233284" y="2545079"/>
              <a:ext cx="288607" cy="375284"/>
            </a:xfrm>
            <a:custGeom>
              <a:rect b="b" l="l" r="r" t="t"/>
              <a:pathLst>
                <a:path extrusionOk="0" h="375284" w="288607">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7" name="Google Shape;697;p23"/>
            <p:cNvSpPr/>
            <p:nvPr/>
          </p:nvSpPr>
          <p:spPr>
            <a:xfrm>
              <a:off x="7605712"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8" name="Google Shape;698;p23"/>
            <p:cNvSpPr/>
            <p:nvPr/>
          </p:nvSpPr>
          <p:spPr>
            <a:xfrm>
              <a:off x="790479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99" name="Google Shape;699;p23"/>
            <p:cNvSpPr/>
            <p:nvPr/>
          </p:nvSpPr>
          <p:spPr>
            <a:xfrm>
              <a:off x="8027669" y="2647949"/>
              <a:ext cx="259080" cy="266700"/>
            </a:xfrm>
            <a:custGeom>
              <a:rect b="b" l="l" r="r" t="t"/>
              <a:pathLst>
                <a:path extrusionOk="0" h="266700" w="25908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0" name="Google Shape;700;p23"/>
            <p:cNvSpPr/>
            <p:nvPr/>
          </p:nvSpPr>
          <p:spPr>
            <a:xfrm>
              <a:off x="8315324" y="2641281"/>
              <a:ext cx="242887" cy="279082"/>
            </a:xfrm>
            <a:custGeom>
              <a:rect b="b" l="l" r="r" t="t"/>
              <a:pathLst>
                <a:path extrusionOk="0" h="279082" w="242887">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2" y="115253"/>
                  </a:lnTo>
                  <a:cubicBezTo>
                    <a:pt x="180975" y="74295"/>
                    <a:pt x="160020" y="50482"/>
                    <a:pt x="124777"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1" name="Google Shape;701;p23"/>
            <p:cNvSpPr/>
            <p:nvPr/>
          </p:nvSpPr>
          <p:spPr>
            <a:xfrm>
              <a:off x="8628697"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2" name="Google Shape;702;p23"/>
            <p:cNvSpPr/>
            <p:nvPr/>
          </p:nvSpPr>
          <p:spPr>
            <a:xfrm>
              <a:off x="8818244" y="2640329"/>
              <a:ext cx="205740" cy="280034"/>
            </a:xfrm>
            <a:custGeom>
              <a:rect b="b" l="l" r="r" t="t"/>
              <a:pathLst>
                <a:path extrusionOk="0" h="280034" w="205740">
                  <a:moveTo>
                    <a:pt x="29528" y="198120"/>
                  </a:moveTo>
                  <a:cubicBezTo>
                    <a:pt x="56198" y="218122"/>
                    <a:pt x="80963" y="227647"/>
                    <a:pt x="104775" y="227647"/>
                  </a:cubicBezTo>
                  <a:cubicBezTo>
                    <a:pt x="127635" y="227647"/>
                    <a:pt x="143828" y="217170"/>
                    <a:pt x="143828" y="200978"/>
                  </a:cubicBezTo>
                  <a:cubicBezTo>
                    <a:pt x="143828" y="155258"/>
                    <a:pt x="10478" y="171450"/>
                    <a:pt x="10478" y="82868"/>
                  </a:cubicBezTo>
                  <a:cubicBezTo>
                    <a:pt x="10478" y="33338"/>
                    <a:pt x="51435" y="0"/>
                    <a:pt x="111443" y="0"/>
                  </a:cubicBezTo>
                  <a:cubicBezTo>
                    <a:pt x="143828"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8" y="280035"/>
                    <a:pt x="31432" y="268605"/>
                    <a:pt x="0" y="247650"/>
                  </a:cubicBezTo>
                  <a:lnTo>
                    <a:pt x="29528" y="1981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3" name="Google Shape;703;p23"/>
            <p:cNvSpPr/>
            <p:nvPr/>
          </p:nvSpPr>
          <p:spPr>
            <a:xfrm>
              <a:off x="908208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4" name="Google Shape;704;p23"/>
            <p:cNvSpPr/>
            <p:nvPr/>
          </p:nvSpPr>
          <p:spPr>
            <a:xfrm>
              <a:off x="9205912"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5" name="Google Shape;705;p23"/>
            <p:cNvSpPr/>
            <p:nvPr/>
          </p:nvSpPr>
          <p:spPr>
            <a:xfrm>
              <a:off x="9420224" y="2533649"/>
              <a:ext cx="225742" cy="386714"/>
            </a:xfrm>
            <a:custGeom>
              <a:rect b="b" l="l" r="r" t="t"/>
              <a:pathLst>
                <a:path extrusionOk="0" h="386714" w="225742">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2" y="340042"/>
                    <a:pt x="147638" y="328613"/>
                    <a:pt x="164782" y="307658"/>
                  </a:cubicBezTo>
                  <a:lnTo>
                    <a:pt x="164782" y="261938"/>
                  </a:lnTo>
                  <a:cubicBezTo>
                    <a:pt x="150495" y="258127"/>
                    <a:pt x="135255" y="257175"/>
                    <a:pt x="120968" y="257175"/>
                  </a:cubicBezTo>
                  <a:cubicBezTo>
                    <a:pt x="81915" y="257175"/>
                    <a:pt x="59055" y="273367"/>
                    <a:pt x="59055" y="300990"/>
                  </a:cubicBezTo>
                  <a:cubicBezTo>
                    <a:pt x="59055" y="324803"/>
                    <a:pt x="77152" y="340042"/>
                    <a:pt x="103823" y="340042"/>
                  </a:cubicBezTo>
                  <a:close/>
                  <a:moveTo>
                    <a:pt x="172402" y="72390"/>
                  </a:moveTo>
                  <a:cubicBezTo>
                    <a:pt x="152400" y="72390"/>
                    <a:pt x="135255" y="55245"/>
                    <a:pt x="135255" y="36195"/>
                  </a:cubicBezTo>
                  <a:cubicBezTo>
                    <a:pt x="135255" y="17145"/>
                    <a:pt x="152400" y="0"/>
                    <a:pt x="172402" y="0"/>
                  </a:cubicBezTo>
                  <a:cubicBezTo>
                    <a:pt x="192405" y="0"/>
                    <a:pt x="209550" y="17145"/>
                    <a:pt x="209550" y="36195"/>
                  </a:cubicBezTo>
                  <a:cubicBezTo>
                    <a:pt x="209550" y="56198"/>
                    <a:pt x="192405" y="72390"/>
                    <a:pt x="172402" y="7239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6" name="Google Shape;706;p23"/>
            <p:cNvSpPr/>
            <p:nvPr/>
          </p:nvSpPr>
          <p:spPr>
            <a:xfrm>
              <a:off x="9694544"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7" name="Google Shape;707;p23"/>
            <p:cNvSpPr/>
            <p:nvPr/>
          </p:nvSpPr>
          <p:spPr>
            <a:xfrm>
              <a:off x="2179319" y="3121341"/>
              <a:ext cx="292417" cy="369570"/>
            </a:xfrm>
            <a:custGeom>
              <a:rect b="b" l="l" r="r" t="t"/>
              <a:pathLst>
                <a:path extrusionOk="0" h="369570" w="292417">
                  <a:moveTo>
                    <a:pt x="0" y="0"/>
                  </a:moveTo>
                  <a:lnTo>
                    <a:pt x="66675" y="0"/>
                  </a:lnTo>
                  <a:lnTo>
                    <a:pt x="230505" y="257175"/>
                  </a:lnTo>
                  <a:lnTo>
                    <a:pt x="231458" y="257175"/>
                  </a:lnTo>
                  <a:lnTo>
                    <a:pt x="229553" y="0"/>
                  </a:lnTo>
                  <a:lnTo>
                    <a:pt x="292418" y="0"/>
                  </a:lnTo>
                  <a:lnTo>
                    <a:pt x="292418" y="368617"/>
                  </a:lnTo>
                  <a:lnTo>
                    <a:pt x="227647" y="368617"/>
                  </a:lnTo>
                  <a:lnTo>
                    <a:pt x="63818" y="110490"/>
                  </a:lnTo>
                  <a:lnTo>
                    <a:pt x="62865" y="110490"/>
                  </a:lnTo>
                  <a:lnTo>
                    <a:pt x="63818" y="369570"/>
                  </a:lnTo>
                  <a:lnTo>
                    <a:pt x="0" y="36957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8" name="Google Shape;708;p23"/>
            <p:cNvSpPr/>
            <p:nvPr/>
          </p:nvSpPr>
          <p:spPr>
            <a:xfrm>
              <a:off x="2543174"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7" y="52388"/>
                  </a:cubicBezTo>
                  <a:cubicBezTo>
                    <a:pt x="83820" y="52388"/>
                    <a:pt x="60008" y="57150"/>
                    <a:pt x="38100" y="67627"/>
                  </a:cubicBezTo>
                  <a:lnTo>
                    <a:pt x="24765" y="15240"/>
                  </a:lnTo>
                  <a:cubicBezTo>
                    <a:pt x="49530" y="5715"/>
                    <a:pt x="81915" y="0"/>
                    <a:pt x="112395" y="0"/>
                  </a:cubicBezTo>
                  <a:cubicBezTo>
                    <a:pt x="187642" y="0"/>
                    <a:pt x="225742" y="35242"/>
                    <a:pt x="225742" y="102870"/>
                  </a:cubicBezTo>
                  <a:lnTo>
                    <a:pt x="225742"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3" y="232410"/>
                  </a:moveTo>
                  <a:cubicBezTo>
                    <a:pt x="126683" y="232410"/>
                    <a:pt x="147638" y="220980"/>
                    <a:pt x="164783" y="200025"/>
                  </a:cubicBezTo>
                  <a:lnTo>
                    <a:pt x="164783" y="153352"/>
                  </a:lnTo>
                  <a:cubicBezTo>
                    <a:pt x="150495" y="149542"/>
                    <a:pt x="135255" y="148590"/>
                    <a:pt x="120967" y="148590"/>
                  </a:cubicBezTo>
                  <a:cubicBezTo>
                    <a:pt x="81915" y="148590"/>
                    <a:pt x="59055" y="164783"/>
                    <a:pt x="59055" y="192405"/>
                  </a:cubicBezTo>
                  <a:cubicBezTo>
                    <a:pt x="59055" y="217170"/>
                    <a:pt x="76200" y="232410"/>
                    <a:pt x="103823"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9" name="Google Shape;709;p23"/>
            <p:cNvSpPr/>
            <p:nvPr/>
          </p:nvSpPr>
          <p:spPr>
            <a:xfrm>
              <a:off x="281749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0" name="Google Shape;710;p23"/>
            <p:cNvSpPr/>
            <p:nvPr/>
          </p:nvSpPr>
          <p:spPr>
            <a:xfrm>
              <a:off x="3038474"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8" y="273367"/>
                  </a:cubicBezTo>
                  <a:cubicBezTo>
                    <a:pt x="44767"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1" name="Google Shape;711;p23"/>
            <p:cNvSpPr/>
            <p:nvPr/>
          </p:nvSpPr>
          <p:spPr>
            <a:xfrm>
              <a:off x="3348989" y="3216591"/>
              <a:ext cx="160019" cy="273367"/>
            </a:xfrm>
            <a:custGeom>
              <a:rect b="b" l="l" r="r" t="t"/>
              <a:pathLst>
                <a:path extrusionOk="0" h="273367" w="160019">
                  <a:moveTo>
                    <a:pt x="160020" y="5715"/>
                  </a:moveTo>
                  <a:lnTo>
                    <a:pt x="150495" y="69533"/>
                  </a:lnTo>
                  <a:cubicBezTo>
                    <a:pt x="140970" y="64770"/>
                    <a:pt x="129540" y="60960"/>
                    <a:pt x="116205" y="60960"/>
                  </a:cubicBezTo>
                  <a:cubicBezTo>
                    <a:pt x="73342" y="60960"/>
                    <a:pt x="61913" y="95250"/>
                    <a:pt x="61913" y="136208"/>
                  </a:cubicBezTo>
                  <a:lnTo>
                    <a:pt x="61913" y="273367"/>
                  </a:lnTo>
                  <a:lnTo>
                    <a:pt x="0" y="273367"/>
                  </a:lnTo>
                  <a:lnTo>
                    <a:pt x="0" y="6668"/>
                  </a:lnTo>
                  <a:lnTo>
                    <a:pt x="60960" y="6668"/>
                  </a:lnTo>
                  <a:lnTo>
                    <a:pt x="60960" y="40005"/>
                  </a:lnTo>
                  <a:lnTo>
                    <a:pt x="61913" y="40005"/>
                  </a:lnTo>
                  <a:cubicBezTo>
                    <a:pt x="76200" y="15240"/>
                    <a:pt x="100965" y="0"/>
                    <a:pt x="131445" y="0"/>
                  </a:cubicBezTo>
                  <a:cubicBezTo>
                    <a:pt x="139065" y="0"/>
                    <a:pt x="150495" y="1905"/>
                    <a:pt x="160020" y="57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2" name="Google Shape;712;p23"/>
            <p:cNvSpPr/>
            <p:nvPr/>
          </p:nvSpPr>
          <p:spPr>
            <a:xfrm>
              <a:off x="3548062" y="3224212"/>
              <a:ext cx="376237" cy="266700"/>
            </a:xfrm>
            <a:custGeom>
              <a:rect b="b" l="l" r="r" t="t"/>
              <a:pathLst>
                <a:path extrusionOk="0" h="266700" w="376237">
                  <a:moveTo>
                    <a:pt x="376238" y="0"/>
                  </a:moveTo>
                  <a:lnTo>
                    <a:pt x="297180" y="266700"/>
                  </a:lnTo>
                  <a:lnTo>
                    <a:pt x="237172" y="266700"/>
                  </a:lnTo>
                  <a:lnTo>
                    <a:pt x="188595" y="81915"/>
                  </a:lnTo>
                  <a:lnTo>
                    <a:pt x="187642" y="81915"/>
                  </a:lnTo>
                  <a:lnTo>
                    <a:pt x="139065" y="266700"/>
                  </a:lnTo>
                  <a:lnTo>
                    <a:pt x="79058" y="266700"/>
                  </a:lnTo>
                  <a:lnTo>
                    <a:pt x="0" y="0"/>
                  </a:lnTo>
                  <a:lnTo>
                    <a:pt x="65722" y="0"/>
                  </a:lnTo>
                  <a:lnTo>
                    <a:pt x="111442" y="180022"/>
                  </a:lnTo>
                  <a:lnTo>
                    <a:pt x="112395" y="180022"/>
                  </a:lnTo>
                  <a:lnTo>
                    <a:pt x="160020" y="0"/>
                  </a:lnTo>
                  <a:lnTo>
                    <a:pt x="217170" y="0"/>
                  </a:lnTo>
                  <a:lnTo>
                    <a:pt x="265747" y="180022"/>
                  </a:lnTo>
                  <a:lnTo>
                    <a:pt x="266700" y="180022"/>
                  </a:lnTo>
                  <a:lnTo>
                    <a:pt x="311467" y="0"/>
                  </a:lnTo>
                  <a:lnTo>
                    <a:pt x="376238"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3" name="Google Shape;713;p23"/>
            <p:cNvSpPr/>
            <p:nvPr/>
          </p:nvSpPr>
          <p:spPr>
            <a:xfrm>
              <a:off x="3970971" y="3105149"/>
              <a:ext cx="79057" cy="384809"/>
            </a:xfrm>
            <a:custGeom>
              <a:rect b="b" l="l" r="r" t="t"/>
              <a:pathLst>
                <a:path extrusionOk="0" h="384809" w="79057">
                  <a:moveTo>
                    <a:pt x="79058" y="38100"/>
                  </a:moveTo>
                  <a:cubicBezTo>
                    <a:pt x="79058" y="60008"/>
                    <a:pt x="60960" y="76200"/>
                    <a:pt x="39053" y="76200"/>
                  </a:cubicBezTo>
                  <a:cubicBezTo>
                    <a:pt x="17145" y="76200"/>
                    <a:pt x="0" y="60008"/>
                    <a:pt x="0" y="38100"/>
                  </a:cubicBezTo>
                  <a:cubicBezTo>
                    <a:pt x="0" y="16192"/>
                    <a:pt x="18098" y="0"/>
                    <a:pt x="39053" y="0"/>
                  </a:cubicBezTo>
                  <a:cubicBezTo>
                    <a:pt x="60960" y="0"/>
                    <a:pt x="79058" y="16192"/>
                    <a:pt x="79058" y="38100"/>
                  </a:cubicBezTo>
                  <a:close/>
                  <a:moveTo>
                    <a:pt x="70485" y="384810"/>
                  </a:moveTo>
                  <a:lnTo>
                    <a:pt x="8573" y="384810"/>
                  </a:lnTo>
                  <a:lnTo>
                    <a:pt x="8573"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4" name="Google Shape;714;p23"/>
            <p:cNvSpPr/>
            <p:nvPr/>
          </p:nvSpPr>
          <p:spPr>
            <a:xfrm>
              <a:off x="4099559" y="3216591"/>
              <a:ext cx="205740" cy="280035"/>
            </a:xfrm>
            <a:custGeom>
              <a:rect b="b" l="l" r="r" t="t"/>
              <a:pathLst>
                <a:path extrusionOk="0" h="280035" w="20574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5" name="Google Shape;715;p23"/>
            <p:cNvSpPr/>
            <p:nvPr/>
          </p:nvSpPr>
          <p:spPr>
            <a:xfrm>
              <a:off x="4346256"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6" name="Google Shape;716;p23"/>
            <p:cNvSpPr/>
            <p:nvPr/>
          </p:nvSpPr>
          <p:spPr>
            <a:xfrm>
              <a:off x="4601527" y="3217544"/>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3" y="279083"/>
                    <a:pt x="132397" y="279083"/>
                  </a:cubicBezTo>
                  <a:close/>
                  <a:moveTo>
                    <a:pt x="62865" y="115252"/>
                  </a:moveTo>
                  <a:lnTo>
                    <a:pt x="183832" y="115252"/>
                  </a:lnTo>
                  <a:cubicBezTo>
                    <a:pt x="180975" y="74295"/>
                    <a:pt x="160020" y="50482"/>
                    <a:pt x="124778" y="50482"/>
                  </a:cubicBezTo>
                  <a:cubicBezTo>
                    <a:pt x="89535" y="50482"/>
                    <a:pt x="67628"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7" name="Google Shape;717;p23"/>
            <p:cNvSpPr/>
            <p:nvPr/>
          </p:nvSpPr>
          <p:spPr>
            <a:xfrm>
              <a:off x="4913946" y="3217544"/>
              <a:ext cx="228600" cy="273367"/>
            </a:xfrm>
            <a:custGeom>
              <a:rect b="b" l="l" r="r" t="t"/>
              <a:pathLst>
                <a:path extrusionOk="0" h="273367" w="22860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8" y="15240"/>
                    <a:pt x="106680" y="0"/>
                    <a:pt x="140970" y="0"/>
                  </a:cubicBezTo>
                  <a:cubicBezTo>
                    <a:pt x="201930" y="0"/>
                    <a:pt x="228600" y="44767"/>
                    <a:pt x="228600" y="107633"/>
                  </a:cubicBezTo>
                  <a:lnTo>
                    <a:pt x="228600" y="2724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8" name="Google Shape;718;p23"/>
            <p:cNvSpPr/>
            <p:nvPr/>
          </p:nvSpPr>
          <p:spPr>
            <a:xfrm>
              <a:off x="5198744"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19" name="Google Shape;719;p23"/>
            <p:cNvSpPr/>
            <p:nvPr/>
          </p:nvSpPr>
          <p:spPr>
            <a:xfrm>
              <a:off x="5454967" y="3216591"/>
              <a:ext cx="224789" cy="280035"/>
            </a:xfrm>
            <a:custGeom>
              <a:rect b="b" l="l" r="r" t="t"/>
              <a:pathLst>
                <a:path extrusionOk="0" h="280035" w="224789">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0" name="Google Shape;720;p23"/>
            <p:cNvSpPr/>
            <p:nvPr/>
          </p:nvSpPr>
          <p:spPr>
            <a:xfrm>
              <a:off x="5733096" y="3101339"/>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1" name="Google Shape;721;p23"/>
            <p:cNvSpPr/>
            <p:nvPr/>
          </p:nvSpPr>
          <p:spPr>
            <a:xfrm>
              <a:off x="6023609"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8" y="52388"/>
                  </a:cubicBezTo>
                  <a:cubicBezTo>
                    <a:pt x="83820" y="52388"/>
                    <a:pt x="60008"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3" y="232410"/>
                    <a:pt x="147638" y="220980"/>
                    <a:pt x="164783" y="200025"/>
                  </a:cubicBezTo>
                  <a:lnTo>
                    <a:pt x="164783" y="153352"/>
                  </a:lnTo>
                  <a:cubicBezTo>
                    <a:pt x="150495" y="149542"/>
                    <a:pt x="135255" y="148590"/>
                    <a:pt x="120968" y="148590"/>
                  </a:cubicBezTo>
                  <a:cubicBezTo>
                    <a:pt x="81915" y="148590"/>
                    <a:pt x="59055" y="164783"/>
                    <a:pt x="59055" y="192405"/>
                  </a:cubicBezTo>
                  <a:cubicBezTo>
                    <a:pt x="60008" y="217170"/>
                    <a:pt x="77153" y="232410"/>
                    <a:pt x="103822"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2" name="Google Shape;722;p23"/>
            <p:cNvSpPr/>
            <p:nvPr/>
          </p:nvSpPr>
          <p:spPr>
            <a:xfrm>
              <a:off x="6299834" y="3097529"/>
              <a:ext cx="162877" cy="391477"/>
            </a:xfrm>
            <a:custGeom>
              <a:rect b="b" l="l" r="r" t="t"/>
              <a:pathLst>
                <a:path extrusionOk="0" h="391477" w="162877">
                  <a:moveTo>
                    <a:pt x="162878" y="58103"/>
                  </a:moveTo>
                  <a:cubicBezTo>
                    <a:pt x="154305" y="54293"/>
                    <a:pt x="144780" y="52388"/>
                    <a:pt x="135255" y="52388"/>
                  </a:cubicBezTo>
                  <a:cubicBezTo>
                    <a:pt x="111443" y="52388"/>
                    <a:pt x="101918" y="64770"/>
                    <a:pt x="101918" y="89535"/>
                  </a:cubicBezTo>
                  <a:lnTo>
                    <a:pt x="101918" y="125730"/>
                  </a:lnTo>
                  <a:lnTo>
                    <a:pt x="155258" y="125730"/>
                  </a:lnTo>
                  <a:lnTo>
                    <a:pt x="155258" y="177165"/>
                  </a:lnTo>
                  <a:lnTo>
                    <a:pt x="102870" y="177165"/>
                  </a:lnTo>
                  <a:lnTo>
                    <a:pt x="102870" y="391478"/>
                  </a:lnTo>
                  <a:lnTo>
                    <a:pt x="40958" y="391478"/>
                  </a:lnTo>
                  <a:lnTo>
                    <a:pt x="40958" y="177165"/>
                  </a:lnTo>
                  <a:lnTo>
                    <a:pt x="0" y="177165"/>
                  </a:lnTo>
                  <a:lnTo>
                    <a:pt x="0" y="126683"/>
                  </a:lnTo>
                  <a:lnTo>
                    <a:pt x="40958" y="126683"/>
                  </a:lnTo>
                  <a:lnTo>
                    <a:pt x="40958" y="88583"/>
                  </a:lnTo>
                  <a:cubicBezTo>
                    <a:pt x="40958" y="33338"/>
                    <a:pt x="65722" y="0"/>
                    <a:pt x="125730" y="0"/>
                  </a:cubicBezTo>
                  <a:cubicBezTo>
                    <a:pt x="139065" y="0"/>
                    <a:pt x="152400" y="1905"/>
                    <a:pt x="162878" y="5715"/>
                  </a:cubicBezTo>
                  <a:lnTo>
                    <a:pt x="162878" y="5810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3" name="Google Shape;723;p23"/>
            <p:cNvSpPr/>
            <p:nvPr/>
          </p:nvSpPr>
          <p:spPr>
            <a:xfrm>
              <a:off x="6497002"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4" name="Google Shape;724;p23"/>
            <p:cNvSpPr/>
            <p:nvPr/>
          </p:nvSpPr>
          <p:spPr>
            <a:xfrm>
              <a:off x="6725601"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5" name="Google Shape;725;p23"/>
            <p:cNvSpPr/>
            <p:nvPr/>
          </p:nvSpPr>
          <p:spPr>
            <a:xfrm>
              <a:off x="6861809" y="3105149"/>
              <a:ext cx="79057" cy="384809"/>
            </a:xfrm>
            <a:custGeom>
              <a:rect b="b" l="l" r="r" t="t"/>
              <a:pathLst>
                <a:path extrusionOk="0" h="384809" w="79057">
                  <a:moveTo>
                    <a:pt x="79057" y="38100"/>
                  </a:moveTo>
                  <a:cubicBezTo>
                    <a:pt x="79057" y="60008"/>
                    <a:pt x="60960" y="76200"/>
                    <a:pt x="39052" y="76200"/>
                  </a:cubicBezTo>
                  <a:cubicBezTo>
                    <a:pt x="17145" y="76200"/>
                    <a:pt x="0" y="60008"/>
                    <a:pt x="0" y="38100"/>
                  </a:cubicBezTo>
                  <a:cubicBezTo>
                    <a:pt x="0" y="16192"/>
                    <a:pt x="18097" y="0"/>
                    <a:pt x="39052" y="0"/>
                  </a:cubicBezTo>
                  <a:cubicBezTo>
                    <a:pt x="60960" y="0"/>
                    <a:pt x="79057" y="16192"/>
                    <a:pt x="79057" y="38100"/>
                  </a:cubicBezTo>
                  <a:close/>
                  <a:moveTo>
                    <a:pt x="70485" y="384810"/>
                  </a:moveTo>
                  <a:lnTo>
                    <a:pt x="8572" y="384810"/>
                  </a:lnTo>
                  <a:lnTo>
                    <a:pt x="8572"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6" name="Google Shape;726;p23"/>
            <p:cNvSpPr/>
            <p:nvPr/>
          </p:nvSpPr>
          <p:spPr>
            <a:xfrm>
              <a:off x="6998969" y="3216591"/>
              <a:ext cx="224790" cy="280035"/>
            </a:xfrm>
            <a:custGeom>
              <a:rect b="b" l="l" r="r" t="t"/>
              <a:pathLst>
                <a:path extrusionOk="0" h="280035" w="22479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7" name="Google Shape;727;p23"/>
            <p:cNvSpPr/>
            <p:nvPr/>
          </p:nvSpPr>
          <p:spPr>
            <a:xfrm>
              <a:off x="7277099" y="3101339"/>
              <a:ext cx="229552" cy="389572"/>
            </a:xfrm>
            <a:custGeom>
              <a:rect b="b" l="l" r="r" t="t"/>
              <a:pathLst>
                <a:path extrusionOk="0" h="389572" w="229552">
                  <a:moveTo>
                    <a:pt x="229552" y="388620"/>
                  </a:moveTo>
                  <a:lnTo>
                    <a:pt x="166688" y="388620"/>
                  </a:lnTo>
                  <a:lnTo>
                    <a:pt x="166688" y="236220"/>
                  </a:lnTo>
                  <a:cubicBezTo>
                    <a:pt x="166688" y="197168"/>
                    <a:pt x="154305" y="171450"/>
                    <a:pt x="117157"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8" name="Google Shape;728;p23"/>
            <p:cNvSpPr/>
            <p:nvPr/>
          </p:nvSpPr>
          <p:spPr>
            <a:xfrm>
              <a:off x="7571422" y="3217544"/>
              <a:ext cx="242887" cy="279082"/>
            </a:xfrm>
            <a:custGeom>
              <a:rect b="b" l="l" r="r" t="t"/>
              <a:pathLst>
                <a:path extrusionOk="0" h="279082" w="242887">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29" name="Google Shape;729;p23"/>
            <p:cNvSpPr/>
            <p:nvPr/>
          </p:nvSpPr>
          <p:spPr>
            <a:xfrm>
              <a:off x="8041956" y="3122294"/>
              <a:ext cx="231457" cy="368617"/>
            </a:xfrm>
            <a:custGeom>
              <a:rect b="b" l="l" r="r" t="t"/>
              <a:pathLst>
                <a:path extrusionOk="0" h="368617" w="231457">
                  <a:moveTo>
                    <a:pt x="231457" y="60007"/>
                  </a:moveTo>
                  <a:lnTo>
                    <a:pt x="65723" y="60007"/>
                  </a:lnTo>
                  <a:lnTo>
                    <a:pt x="65723" y="151447"/>
                  </a:lnTo>
                  <a:lnTo>
                    <a:pt x="189548" y="151447"/>
                  </a:lnTo>
                  <a:lnTo>
                    <a:pt x="189548" y="211455"/>
                  </a:lnTo>
                  <a:lnTo>
                    <a:pt x="65723" y="211455"/>
                  </a:lnTo>
                  <a:lnTo>
                    <a:pt x="65723" y="368617"/>
                  </a:lnTo>
                  <a:lnTo>
                    <a:pt x="0" y="368617"/>
                  </a:lnTo>
                  <a:lnTo>
                    <a:pt x="0" y="0"/>
                  </a:lnTo>
                  <a:lnTo>
                    <a:pt x="231457" y="0"/>
                  </a:lnTo>
                  <a:lnTo>
                    <a:pt x="231457" y="6000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30" name="Google Shape;730;p23"/>
            <p:cNvSpPr/>
            <p:nvPr/>
          </p:nvSpPr>
          <p:spPr>
            <a:xfrm>
              <a:off x="8285780" y="3217544"/>
              <a:ext cx="225758" cy="279082"/>
            </a:xfrm>
            <a:custGeom>
              <a:rect b="b" l="l" r="r" t="t"/>
              <a:pathLst>
                <a:path extrusionOk="0" h="279082" w="225758">
                  <a:moveTo>
                    <a:pt x="114317" y="107633"/>
                  </a:moveTo>
                  <a:cubicBezTo>
                    <a:pt x="131462" y="107633"/>
                    <a:pt x="147654" y="108585"/>
                    <a:pt x="164799" y="113347"/>
                  </a:cubicBezTo>
                  <a:lnTo>
                    <a:pt x="164799" y="103822"/>
                  </a:lnTo>
                  <a:cubicBezTo>
                    <a:pt x="164799" y="69532"/>
                    <a:pt x="144796" y="52388"/>
                    <a:pt x="105744" y="52388"/>
                  </a:cubicBezTo>
                  <a:cubicBezTo>
                    <a:pt x="83837" y="52388"/>
                    <a:pt x="60024" y="57150"/>
                    <a:pt x="38117" y="67627"/>
                  </a:cubicBezTo>
                  <a:lnTo>
                    <a:pt x="24781" y="15240"/>
                  </a:lnTo>
                  <a:cubicBezTo>
                    <a:pt x="49546" y="5715"/>
                    <a:pt x="81931" y="0"/>
                    <a:pt x="112412" y="0"/>
                  </a:cubicBezTo>
                  <a:cubicBezTo>
                    <a:pt x="187659" y="0"/>
                    <a:pt x="225759" y="35242"/>
                    <a:pt x="225759" y="102870"/>
                  </a:cubicBezTo>
                  <a:lnTo>
                    <a:pt x="225759" y="273367"/>
                  </a:lnTo>
                  <a:lnTo>
                    <a:pt x="166704" y="273367"/>
                  </a:lnTo>
                  <a:lnTo>
                    <a:pt x="166704" y="244792"/>
                  </a:lnTo>
                  <a:lnTo>
                    <a:pt x="165751" y="244792"/>
                  </a:lnTo>
                  <a:cubicBezTo>
                    <a:pt x="142892" y="268605"/>
                    <a:pt x="119079" y="279083"/>
                    <a:pt x="87646" y="279083"/>
                  </a:cubicBezTo>
                  <a:cubicBezTo>
                    <a:pt x="34306" y="279083"/>
                    <a:pt x="17" y="245745"/>
                    <a:pt x="17" y="194310"/>
                  </a:cubicBezTo>
                  <a:cubicBezTo>
                    <a:pt x="-936" y="138113"/>
                    <a:pt x="39069" y="107633"/>
                    <a:pt x="114317" y="107633"/>
                  </a:cubicBezTo>
                  <a:close/>
                  <a:moveTo>
                    <a:pt x="103839" y="232410"/>
                  </a:moveTo>
                  <a:cubicBezTo>
                    <a:pt x="126699" y="232410"/>
                    <a:pt x="147654" y="220980"/>
                    <a:pt x="164799" y="200025"/>
                  </a:cubicBezTo>
                  <a:lnTo>
                    <a:pt x="164799" y="153352"/>
                  </a:lnTo>
                  <a:cubicBezTo>
                    <a:pt x="150512" y="149542"/>
                    <a:pt x="135271" y="148590"/>
                    <a:pt x="120984" y="148590"/>
                  </a:cubicBezTo>
                  <a:cubicBezTo>
                    <a:pt x="81931" y="148590"/>
                    <a:pt x="59071" y="164783"/>
                    <a:pt x="59071" y="192405"/>
                  </a:cubicBezTo>
                  <a:cubicBezTo>
                    <a:pt x="59071" y="217170"/>
                    <a:pt x="76217" y="232410"/>
                    <a:pt x="103839"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31" name="Google Shape;731;p23"/>
            <p:cNvSpPr/>
            <p:nvPr/>
          </p:nvSpPr>
          <p:spPr>
            <a:xfrm>
              <a:off x="8590597" y="3101339"/>
              <a:ext cx="234314" cy="389572"/>
            </a:xfrm>
            <a:custGeom>
              <a:rect b="b" l="l" r="r" t="t"/>
              <a:pathLst>
                <a:path extrusionOk="0" h="389572" w="234314">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32" name="Google Shape;732;p23"/>
            <p:cNvSpPr/>
            <p:nvPr/>
          </p:nvSpPr>
          <p:spPr>
            <a:xfrm>
              <a:off x="8870631"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8"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33" name="Google Shape;733;p23"/>
            <p:cNvSpPr/>
            <p:nvPr/>
          </p:nvSpPr>
          <p:spPr>
            <a:xfrm>
              <a:off x="9180194"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34" name="Google Shape;734;p23"/>
            <p:cNvSpPr/>
            <p:nvPr/>
          </p:nvSpPr>
          <p:spPr>
            <a:xfrm>
              <a:off x="9297351" y="3138487"/>
              <a:ext cx="165735" cy="358140"/>
            </a:xfrm>
            <a:custGeom>
              <a:rect b="b" l="l" r="r" t="t"/>
              <a:pathLst>
                <a:path extrusionOk="0" h="358140" w="165735">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3" y="303847"/>
                    <a:pt x="155258"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35" name="Google Shape;735;p23"/>
            <p:cNvSpPr/>
            <p:nvPr/>
          </p:nvSpPr>
          <p:spPr>
            <a:xfrm>
              <a:off x="9511664" y="3109912"/>
              <a:ext cx="225742" cy="386715"/>
            </a:xfrm>
            <a:custGeom>
              <a:rect b="b" l="l" r="r" t="t"/>
              <a:pathLst>
                <a:path extrusionOk="0" h="386715" w="225742">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3" y="107633"/>
                    <a:pt x="225743" y="142875"/>
                    <a:pt x="225743" y="210503"/>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0985"/>
                  </a:lnTo>
                  <a:cubicBezTo>
                    <a:pt x="150495" y="257175"/>
                    <a:pt x="135255" y="256222"/>
                    <a:pt x="120968" y="256222"/>
                  </a:cubicBezTo>
                  <a:cubicBezTo>
                    <a:pt x="81915" y="256222"/>
                    <a:pt x="59055" y="272415"/>
                    <a:pt x="59055" y="300038"/>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36" name="Google Shape;736;p23"/>
            <p:cNvSpPr/>
            <p:nvPr/>
          </p:nvSpPr>
          <p:spPr>
            <a:xfrm>
              <a:off x="978598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piteltrenner" showMasterSp="0">
  <p:cSld name="Kapiteltrenner">
    <p:bg>
      <p:bgPr>
        <a:solidFill>
          <a:schemeClr val="dk2"/>
        </a:solidFill>
      </p:bgPr>
    </p:bg>
    <p:spTree>
      <p:nvGrpSpPr>
        <p:cNvPr id="737" name="Shape 737"/>
        <p:cNvGrpSpPr/>
        <p:nvPr/>
      </p:nvGrpSpPr>
      <p:grpSpPr>
        <a:xfrm>
          <a:off x="0" y="0"/>
          <a:ext cx="0" cy="0"/>
          <a:chOff x="0" y="0"/>
          <a:chExt cx="0" cy="0"/>
        </a:xfrm>
      </p:grpSpPr>
      <p:sp>
        <p:nvSpPr>
          <p:cNvPr id="738" name="Google Shape;738;p24"/>
          <p:cNvSpPr txBox="1"/>
          <p:nvPr>
            <p:ph type="title"/>
          </p:nvPr>
        </p:nvSpPr>
        <p:spPr>
          <a:xfrm>
            <a:off x="388739" y="3013502"/>
            <a:ext cx="8368307" cy="830997"/>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9" name="Google Shape;739;p24"/>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0" name="Google Shape;740;p24"/>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1" name="Google Shape;741;p24"/>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742" name="Google Shape;742;p24"/>
          <p:cNvSpPr/>
          <p:nvPr/>
        </p:nvSpPr>
        <p:spPr>
          <a:xfrm>
            <a:off x="387900" y="6538526"/>
            <a:ext cx="8756100" cy="108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743" name="Google Shape;743;p24"/>
          <p:cNvSpPr/>
          <p:nvPr/>
        </p:nvSpPr>
        <p:spPr>
          <a:xfrm>
            <a:off x="388800" y="1196733"/>
            <a:ext cx="8757047" cy="72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grpSp>
        <p:nvGrpSpPr>
          <p:cNvPr id="744" name="Google Shape;744;p24"/>
          <p:cNvGrpSpPr/>
          <p:nvPr/>
        </p:nvGrpSpPr>
        <p:grpSpPr>
          <a:xfrm>
            <a:off x="-292893" y="160153"/>
            <a:ext cx="250031" cy="136812"/>
            <a:chOff x="-133350" y="2711163"/>
            <a:chExt cx="333375" cy="136812"/>
          </a:xfrm>
        </p:grpSpPr>
        <p:cxnSp>
          <p:nvCxnSpPr>
            <p:cNvPr id="745" name="Google Shape;745;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46" name="Google Shape;746;p24"/>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747" name="Google Shape;747;p24"/>
          <p:cNvGrpSpPr/>
          <p:nvPr/>
        </p:nvGrpSpPr>
        <p:grpSpPr>
          <a:xfrm>
            <a:off x="-292893" y="1131703"/>
            <a:ext cx="250031" cy="136812"/>
            <a:chOff x="-133350" y="2711163"/>
            <a:chExt cx="333375" cy="136812"/>
          </a:xfrm>
        </p:grpSpPr>
        <p:cxnSp>
          <p:nvCxnSpPr>
            <p:cNvPr id="748" name="Google Shape;748;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49" name="Google Shape;749;p2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750" name="Google Shape;750;p24"/>
          <p:cNvGrpSpPr/>
          <p:nvPr/>
        </p:nvGrpSpPr>
        <p:grpSpPr>
          <a:xfrm>
            <a:off x="-292893" y="1491963"/>
            <a:ext cx="250031" cy="136812"/>
            <a:chOff x="-133350" y="2711163"/>
            <a:chExt cx="333375" cy="136812"/>
          </a:xfrm>
        </p:grpSpPr>
        <p:cxnSp>
          <p:nvCxnSpPr>
            <p:cNvPr id="751" name="Google Shape;751;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52" name="Google Shape;752;p2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753" name="Google Shape;753;p24"/>
          <p:cNvGrpSpPr/>
          <p:nvPr/>
        </p:nvGrpSpPr>
        <p:grpSpPr>
          <a:xfrm>
            <a:off x="-292893" y="3292188"/>
            <a:ext cx="250031" cy="136812"/>
            <a:chOff x="-133350" y="2711163"/>
            <a:chExt cx="333375" cy="136812"/>
          </a:xfrm>
        </p:grpSpPr>
        <p:cxnSp>
          <p:nvCxnSpPr>
            <p:cNvPr id="754" name="Google Shape;754;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55" name="Google Shape;755;p24"/>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756" name="Google Shape;756;p24"/>
          <p:cNvGrpSpPr/>
          <p:nvPr/>
        </p:nvGrpSpPr>
        <p:grpSpPr>
          <a:xfrm>
            <a:off x="-292893" y="6063963"/>
            <a:ext cx="250031" cy="136812"/>
            <a:chOff x="-133350" y="2711163"/>
            <a:chExt cx="333375" cy="136812"/>
          </a:xfrm>
        </p:grpSpPr>
        <p:cxnSp>
          <p:nvCxnSpPr>
            <p:cNvPr id="757" name="Google Shape;757;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58" name="Google Shape;758;p24"/>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759" name="Google Shape;759;p24"/>
          <p:cNvGrpSpPr/>
          <p:nvPr/>
        </p:nvGrpSpPr>
        <p:grpSpPr>
          <a:xfrm>
            <a:off x="-292893" y="6495763"/>
            <a:ext cx="250031" cy="136812"/>
            <a:chOff x="-133350" y="2711163"/>
            <a:chExt cx="333375" cy="136812"/>
          </a:xfrm>
        </p:grpSpPr>
        <p:cxnSp>
          <p:nvCxnSpPr>
            <p:cNvPr id="760" name="Google Shape;760;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61" name="Google Shape;761;p24"/>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762" name="Google Shape;762;p24"/>
          <p:cNvGrpSpPr/>
          <p:nvPr/>
        </p:nvGrpSpPr>
        <p:grpSpPr>
          <a:xfrm rot="-5400000">
            <a:off x="169567" y="-282035"/>
            <a:ext cx="333375" cy="102606"/>
            <a:chOff x="-133350" y="2711167"/>
            <a:chExt cx="333375" cy="136808"/>
          </a:xfrm>
        </p:grpSpPr>
        <p:cxnSp>
          <p:nvCxnSpPr>
            <p:cNvPr id="763" name="Google Shape;763;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64" name="Google Shape;764;p24"/>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765" name="Google Shape;765;p24"/>
          <p:cNvGrpSpPr/>
          <p:nvPr/>
        </p:nvGrpSpPr>
        <p:grpSpPr>
          <a:xfrm rot="-5400000">
            <a:off x="4273057" y="-282036"/>
            <a:ext cx="333375" cy="102603"/>
            <a:chOff x="-133350" y="2711171"/>
            <a:chExt cx="333375" cy="136804"/>
          </a:xfrm>
        </p:grpSpPr>
        <p:cxnSp>
          <p:nvCxnSpPr>
            <p:cNvPr id="766" name="Google Shape;766;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67" name="Google Shape;767;p24"/>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768" name="Google Shape;768;p24"/>
          <p:cNvGrpSpPr/>
          <p:nvPr/>
        </p:nvGrpSpPr>
        <p:grpSpPr>
          <a:xfrm>
            <a:off x="4652949" y="-397423"/>
            <a:ext cx="93680" cy="333375"/>
            <a:chOff x="6416680" y="-397423"/>
            <a:chExt cx="124907" cy="333375"/>
          </a:xfrm>
        </p:grpSpPr>
        <p:cxnSp>
          <p:nvCxnSpPr>
            <p:cNvPr id="769" name="Google Shape;769;p24"/>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70" name="Google Shape;770;p24"/>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771" name="Google Shape;771;p24"/>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772" name="Google Shape;772;p24"/>
          <p:cNvGrpSpPr/>
          <p:nvPr/>
        </p:nvGrpSpPr>
        <p:grpSpPr>
          <a:xfrm rot="-5400000">
            <a:off x="8543829" y="-282039"/>
            <a:ext cx="333375" cy="102600"/>
            <a:chOff x="-133350" y="2711175"/>
            <a:chExt cx="333375" cy="136800"/>
          </a:xfrm>
        </p:grpSpPr>
        <p:cxnSp>
          <p:nvCxnSpPr>
            <p:cNvPr id="773" name="Google Shape;773;p24"/>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774" name="Google Shape;774;p24"/>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775" name="Google Shape;775;p24"/>
          <p:cNvSpPr/>
          <p:nvPr/>
        </p:nvSpPr>
        <p:spPr>
          <a:xfrm>
            <a:off x="7352747" y="300703"/>
            <a:ext cx="1403903" cy="535987"/>
          </a:xfrm>
          <a:custGeom>
            <a:rect b="b" l="l" r="r" t="t"/>
            <a:pathLst>
              <a:path extrusionOk="0" h="556225" w="1456912">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776" name="Google Shape;776;p24"/>
          <p:cNvGrpSpPr/>
          <p:nvPr/>
        </p:nvGrpSpPr>
        <p:grpSpPr>
          <a:xfrm>
            <a:off x="387350" y="293688"/>
            <a:ext cx="2623087" cy="328167"/>
            <a:chOff x="2178367" y="2525076"/>
            <a:chExt cx="7773351" cy="972503"/>
          </a:xfrm>
        </p:grpSpPr>
        <p:sp>
          <p:nvSpPr>
            <p:cNvPr id="777" name="Google Shape;777;p24"/>
            <p:cNvSpPr/>
            <p:nvPr/>
          </p:nvSpPr>
          <p:spPr>
            <a:xfrm>
              <a:off x="2178367" y="2545079"/>
              <a:ext cx="232409" cy="369569"/>
            </a:xfrm>
            <a:custGeom>
              <a:rect b="b" l="l" r="r" t="t"/>
              <a:pathLst>
                <a:path extrusionOk="0" h="369569" w="232409">
                  <a:moveTo>
                    <a:pt x="232410" y="60960"/>
                  </a:moveTo>
                  <a:lnTo>
                    <a:pt x="65722" y="60960"/>
                  </a:lnTo>
                  <a:lnTo>
                    <a:pt x="65722" y="152400"/>
                  </a:lnTo>
                  <a:lnTo>
                    <a:pt x="189547" y="152400"/>
                  </a:lnTo>
                  <a:lnTo>
                    <a:pt x="189547" y="212408"/>
                  </a:lnTo>
                  <a:lnTo>
                    <a:pt x="65722" y="212408"/>
                  </a:lnTo>
                  <a:lnTo>
                    <a:pt x="65722" y="369570"/>
                  </a:lnTo>
                  <a:lnTo>
                    <a:pt x="0" y="369570"/>
                  </a:lnTo>
                  <a:lnTo>
                    <a:pt x="0" y="0"/>
                  </a:lnTo>
                  <a:lnTo>
                    <a:pt x="231458" y="0"/>
                  </a:lnTo>
                  <a:lnTo>
                    <a:pt x="231458" y="6096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778" name="Google Shape;778;p24"/>
            <p:cNvSpPr/>
            <p:nvPr/>
          </p:nvSpPr>
          <p:spPr>
            <a:xfrm>
              <a:off x="2446972"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779" name="Google Shape;779;p24"/>
            <p:cNvSpPr/>
            <p:nvPr/>
          </p:nvSpPr>
          <p:spPr>
            <a:xfrm>
              <a:off x="2651759"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80" name="Google Shape;780;p24"/>
            <p:cNvSpPr/>
            <p:nvPr/>
          </p:nvSpPr>
          <p:spPr>
            <a:xfrm>
              <a:off x="2787966" y="2641281"/>
              <a:ext cx="242887" cy="279082"/>
            </a:xfrm>
            <a:custGeom>
              <a:rect b="b" l="l" r="r" t="t"/>
              <a:pathLst>
                <a:path extrusionOk="0" h="279082" w="242887">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781" name="Google Shape;781;p24"/>
            <p:cNvSpPr/>
            <p:nvPr/>
          </p:nvSpPr>
          <p:spPr>
            <a:xfrm>
              <a:off x="3086099" y="2525076"/>
              <a:ext cx="248602" cy="396239"/>
            </a:xfrm>
            <a:custGeom>
              <a:rect b="b" l="l" r="r" t="t"/>
              <a:pathLst>
                <a:path extrusionOk="0" h="396239" w="248602">
                  <a:moveTo>
                    <a:pt x="0" y="255270"/>
                  </a:moveTo>
                  <a:cubicBezTo>
                    <a:pt x="0" y="169545"/>
                    <a:pt x="43815" y="116205"/>
                    <a:pt x="108585" y="116205"/>
                  </a:cubicBezTo>
                  <a:cubicBezTo>
                    <a:pt x="141922" y="116205"/>
                    <a:pt x="168592" y="130493"/>
                    <a:pt x="185738" y="152400"/>
                  </a:cubicBezTo>
                  <a:lnTo>
                    <a:pt x="186690" y="152400"/>
                  </a:lnTo>
                  <a:lnTo>
                    <a:pt x="186690" y="15240"/>
                  </a:lnTo>
                  <a:lnTo>
                    <a:pt x="248603" y="0"/>
                  </a:lnTo>
                  <a:lnTo>
                    <a:pt x="248603"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782" name="Google Shape;782;p24"/>
            <p:cNvSpPr/>
            <p:nvPr/>
          </p:nvSpPr>
          <p:spPr>
            <a:xfrm>
              <a:off x="3417569" y="2641039"/>
              <a:ext cx="160020" cy="272657"/>
            </a:xfrm>
            <a:custGeom>
              <a:rect b="b" l="l" r="r" t="t"/>
              <a:pathLst>
                <a:path extrusionOk="0" h="272657" w="16002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783" name="Google Shape;783;p24"/>
            <p:cNvSpPr/>
            <p:nvPr/>
          </p:nvSpPr>
          <p:spPr>
            <a:xfrm>
              <a:off x="3622357" y="2528887"/>
              <a:ext cx="79057" cy="384810"/>
            </a:xfrm>
            <a:custGeom>
              <a:rect b="b" l="l" r="r" t="t"/>
              <a:pathLst>
                <a:path extrusionOk="0" h="384810" w="79057">
                  <a:moveTo>
                    <a:pt x="79058" y="38100"/>
                  </a:moveTo>
                  <a:cubicBezTo>
                    <a:pt x="79058" y="60007"/>
                    <a:pt x="60960" y="76200"/>
                    <a:pt x="39052" y="76200"/>
                  </a:cubicBezTo>
                  <a:cubicBezTo>
                    <a:pt x="17145" y="76200"/>
                    <a:pt x="0" y="60960"/>
                    <a:pt x="0" y="38100"/>
                  </a:cubicBezTo>
                  <a:cubicBezTo>
                    <a:pt x="0" y="16193"/>
                    <a:pt x="18097" y="0"/>
                    <a:pt x="39052" y="0"/>
                  </a:cubicBezTo>
                  <a:cubicBezTo>
                    <a:pt x="60960" y="0"/>
                    <a:pt x="79058" y="16193"/>
                    <a:pt x="79058"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84" name="Google Shape;784;p24"/>
            <p:cNvSpPr/>
            <p:nvPr/>
          </p:nvSpPr>
          <p:spPr>
            <a:xfrm>
              <a:off x="3759516" y="2640329"/>
              <a:ext cx="224790" cy="280034"/>
            </a:xfrm>
            <a:custGeom>
              <a:rect b="b" l="l" r="r" t="t"/>
              <a:pathLst>
                <a:path extrusionOk="0" h="280034" w="22479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85" name="Google Shape;785;p24"/>
            <p:cNvSpPr/>
            <p:nvPr/>
          </p:nvSpPr>
          <p:spPr>
            <a:xfrm>
              <a:off x="4038599" y="2525076"/>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86" name="Google Shape;786;p24"/>
            <p:cNvSpPr/>
            <p:nvPr/>
          </p:nvSpPr>
          <p:spPr>
            <a:xfrm>
              <a:off x="4338637" y="2721291"/>
              <a:ext cx="130492" cy="59055"/>
            </a:xfrm>
            <a:custGeom>
              <a:rect b="b" l="l" r="r" t="t"/>
              <a:pathLst>
                <a:path extrusionOk="0" h="59055" w="130492">
                  <a:moveTo>
                    <a:pt x="130493" y="59055"/>
                  </a:moveTo>
                  <a:lnTo>
                    <a:pt x="0" y="59055"/>
                  </a:lnTo>
                  <a:lnTo>
                    <a:pt x="0" y="0"/>
                  </a:lnTo>
                  <a:lnTo>
                    <a:pt x="130493" y="0"/>
                  </a:lnTo>
                  <a:lnTo>
                    <a:pt x="130493"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87" name="Google Shape;787;p24"/>
            <p:cNvSpPr/>
            <p:nvPr/>
          </p:nvSpPr>
          <p:spPr>
            <a:xfrm>
              <a:off x="4502467" y="2545079"/>
              <a:ext cx="342900" cy="368617"/>
            </a:xfrm>
            <a:custGeom>
              <a:rect b="b" l="l" r="r" t="t"/>
              <a:pathLst>
                <a:path extrusionOk="0" h="368617" w="342900">
                  <a:moveTo>
                    <a:pt x="136207" y="0"/>
                  </a:moveTo>
                  <a:lnTo>
                    <a:pt x="205740" y="0"/>
                  </a:lnTo>
                  <a:lnTo>
                    <a:pt x="342900" y="368618"/>
                  </a:lnTo>
                  <a:lnTo>
                    <a:pt x="271463" y="368618"/>
                  </a:lnTo>
                  <a:lnTo>
                    <a:pt x="244792" y="290512"/>
                  </a:lnTo>
                  <a:lnTo>
                    <a:pt x="96202" y="290512"/>
                  </a:lnTo>
                  <a:lnTo>
                    <a:pt x="69532" y="368618"/>
                  </a:lnTo>
                  <a:lnTo>
                    <a:pt x="0" y="368618"/>
                  </a:lnTo>
                  <a:lnTo>
                    <a:pt x="136207" y="0"/>
                  </a:lnTo>
                  <a:close/>
                  <a:moveTo>
                    <a:pt x="116205" y="231458"/>
                  </a:moveTo>
                  <a:lnTo>
                    <a:pt x="223838" y="231458"/>
                  </a:lnTo>
                  <a:lnTo>
                    <a:pt x="170497" y="75247"/>
                  </a:lnTo>
                  <a:lnTo>
                    <a:pt x="169545" y="75247"/>
                  </a:lnTo>
                  <a:lnTo>
                    <a:pt x="116205" y="231458"/>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88" name="Google Shape;788;p24"/>
            <p:cNvSpPr/>
            <p:nvPr/>
          </p:nvSpPr>
          <p:spPr>
            <a:xfrm>
              <a:off x="4900612" y="2525076"/>
              <a:ext cx="61912" cy="388620"/>
            </a:xfrm>
            <a:custGeom>
              <a:rect b="b" l="l" r="r" t="t"/>
              <a:pathLst>
                <a:path extrusionOk="0" h="388620" w="61912">
                  <a:moveTo>
                    <a:pt x="61913" y="388620"/>
                  </a:moveTo>
                  <a:lnTo>
                    <a:pt x="0" y="388620"/>
                  </a:lnTo>
                  <a:lnTo>
                    <a:pt x="0" y="14288"/>
                  </a:lnTo>
                  <a:lnTo>
                    <a:pt x="61913" y="0"/>
                  </a:lnTo>
                  <a:lnTo>
                    <a:pt x="61913"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89" name="Google Shape;789;p24"/>
            <p:cNvSpPr/>
            <p:nvPr/>
          </p:nvSpPr>
          <p:spPr>
            <a:xfrm>
              <a:off x="502919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0" name="Google Shape;790;p24"/>
            <p:cNvSpPr/>
            <p:nvPr/>
          </p:nvSpPr>
          <p:spPr>
            <a:xfrm>
              <a:off x="5306377" y="2646997"/>
              <a:ext cx="255269" cy="266700"/>
            </a:xfrm>
            <a:custGeom>
              <a:rect b="b" l="l" r="r" t="t"/>
              <a:pathLst>
                <a:path extrusionOk="0" h="266700" w="255269">
                  <a:moveTo>
                    <a:pt x="255270" y="266700"/>
                  </a:moveTo>
                  <a:lnTo>
                    <a:pt x="183832" y="266700"/>
                  </a:lnTo>
                  <a:lnTo>
                    <a:pt x="126682" y="174307"/>
                  </a:lnTo>
                  <a:lnTo>
                    <a:pt x="125730" y="174307"/>
                  </a:lnTo>
                  <a:lnTo>
                    <a:pt x="70485" y="266700"/>
                  </a:lnTo>
                  <a:lnTo>
                    <a:pt x="0" y="266700"/>
                  </a:lnTo>
                  <a:lnTo>
                    <a:pt x="91440" y="128588"/>
                  </a:lnTo>
                  <a:lnTo>
                    <a:pt x="6667" y="0"/>
                  </a:lnTo>
                  <a:lnTo>
                    <a:pt x="77153" y="0"/>
                  </a:lnTo>
                  <a:lnTo>
                    <a:pt x="127635" y="81915"/>
                  </a:lnTo>
                  <a:lnTo>
                    <a:pt x="128588" y="81915"/>
                  </a:lnTo>
                  <a:lnTo>
                    <a:pt x="178117" y="0"/>
                  </a:lnTo>
                  <a:lnTo>
                    <a:pt x="247650" y="0"/>
                  </a:lnTo>
                  <a:lnTo>
                    <a:pt x="163830" y="127635"/>
                  </a:lnTo>
                  <a:lnTo>
                    <a:pt x="255270" y="26670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1" name="Google Shape;791;p24"/>
            <p:cNvSpPr/>
            <p:nvPr/>
          </p:nvSpPr>
          <p:spPr>
            <a:xfrm>
              <a:off x="5594967" y="2641281"/>
              <a:ext cx="225759" cy="279082"/>
            </a:xfrm>
            <a:custGeom>
              <a:rect b="b" l="l" r="r" t="t"/>
              <a:pathLst>
                <a:path extrusionOk="0" h="279082" w="225759">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5735"/>
                    <a:pt x="59072" y="193358"/>
                  </a:cubicBezTo>
                  <a:cubicBezTo>
                    <a:pt x="59072" y="217170"/>
                    <a:pt x="76217" y="232410"/>
                    <a:pt x="103839" y="23241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2" name="Google Shape;792;p24"/>
            <p:cNvSpPr/>
            <p:nvPr/>
          </p:nvSpPr>
          <p:spPr>
            <a:xfrm>
              <a:off x="5900737"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3" name="Google Shape;793;p24"/>
            <p:cNvSpPr/>
            <p:nvPr/>
          </p:nvSpPr>
          <p:spPr>
            <a:xfrm>
              <a:off x="6195059" y="2525076"/>
              <a:ext cx="248602" cy="396239"/>
            </a:xfrm>
            <a:custGeom>
              <a:rect b="b" l="l" r="r" t="t"/>
              <a:pathLst>
                <a:path extrusionOk="0" h="396239" w="248602">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4" name="Google Shape;794;p24"/>
            <p:cNvSpPr/>
            <p:nvPr/>
          </p:nvSpPr>
          <p:spPr>
            <a:xfrm>
              <a:off x="651128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7" y="53340"/>
                    <a:pt x="242887" y="135255"/>
                  </a:cubicBezTo>
                  <a:cubicBezTo>
                    <a:pt x="242887" y="143828"/>
                    <a:pt x="241935" y="153353"/>
                    <a:pt x="241935" y="160972"/>
                  </a:cubicBezTo>
                  <a:lnTo>
                    <a:pt x="62865" y="160972"/>
                  </a:lnTo>
                  <a:cubicBezTo>
                    <a:pt x="69532" y="201930"/>
                    <a:pt x="94297" y="225743"/>
                    <a:pt x="132397" y="225743"/>
                  </a:cubicBezTo>
                  <a:cubicBezTo>
                    <a:pt x="157162" y="225743"/>
                    <a:pt x="177165" y="216218"/>
                    <a:pt x="198120" y="194310"/>
                  </a:cubicBezTo>
                  <a:lnTo>
                    <a:pt x="237172" y="235268"/>
                  </a:lnTo>
                  <a:cubicBezTo>
                    <a:pt x="206692" y="264795"/>
                    <a:pt x="172403" y="279083"/>
                    <a:pt x="132397" y="279083"/>
                  </a:cubicBezTo>
                  <a:close/>
                  <a:moveTo>
                    <a:pt x="62865" y="115253"/>
                  </a:moveTo>
                  <a:lnTo>
                    <a:pt x="183833" y="115253"/>
                  </a:lnTo>
                  <a:cubicBezTo>
                    <a:pt x="180975" y="74295"/>
                    <a:pt x="160020" y="50482"/>
                    <a:pt x="124778" y="50482"/>
                  </a:cubicBezTo>
                  <a:cubicBezTo>
                    <a:pt x="90488" y="50482"/>
                    <a:pt x="67628"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5" name="Google Shape;795;p24"/>
            <p:cNvSpPr/>
            <p:nvPr/>
          </p:nvSpPr>
          <p:spPr>
            <a:xfrm>
              <a:off x="6824662" y="2641039"/>
              <a:ext cx="160019" cy="272657"/>
            </a:xfrm>
            <a:custGeom>
              <a:rect b="b" l="l" r="r" t="t"/>
              <a:pathLst>
                <a:path extrusionOk="0" h="272657" w="160019">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6" name="Google Shape;796;p24"/>
            <p:cNvSpPr/>
            <p:nvPr/>
          </p:nvSpPr>
          <p:spPr>
            <a:xfrm>
              <a:off x="7023734" y="2721291"/>
              <a:ext cx="130492" cy="59055"/>
            </a:xfrm>
            <a:custGeom>
              <a:rect b="b" l="l" r="r" t="t"/>
              <a:pathLst>
                <a:path extrusionOk="0" h="59055" w="130492">
                  <a:moveTo>
                    <a:pt x="130492" y="59055"/>
                  </a:moveTo>
                  <a:lnTo>
                    <a:pt x="0" y="59055"/>
                  </a:lnTo>
                  <a:lnTo>
                    <a:pt x="0" y="0"/>
                  </a:lnTo>
                  <a:lnTo>
                    <a:pt x="130492" y="0"/>
                  </a:lnTo>
                  <a:lnTo>
                    <a:pt x="130492"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7" name="Google Shape;797;p24"/>
            <p:cNvSpPr/>
            <p:nvPr/>
          </p:nvSpPr>
          <p:spPr>
            <a:xfrm>
              <a:off x="7233284" y="2545079"/>
              <a:ext cx="288607" cy="375284"/>
            </a:xfrm>
            <a:custGeom>
              <a:rect b="b" l="l" r="r" t="t"/>
              <a:pathLst>
                <a:path extrusionOk="0" h="375284" w="288607">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8" name="Google Shape;798;p24"/>
            <p:cNvSpPr/>
            <p:nvPr/>
          </p:nvSpPr>
          <p:spPr>
            <a:xfrm>
              <a:off x="7605712"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99" name="Google Shape;799;p24"/>
            <p:cNvSpPr/>
            <p:nvPr/>
          </p:nvSpPr>
          <p:spPr>
            <a:xfrm>
              <a:off x="790479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0" name="Google Shape;800;p24"/>
            <p:cNvSpPr/>
            <p:nvPr/>
          </p:nvSpPr>
          <p:spPr>
            <a:xfrm>
              <a:off x="8027669" y="2647949"/>
              <a:ext cx="259080" cy="266700"/>
            </a:xfrm>
            <a:custGeom>
              <a:rect b="b" l="l" r="r" t="t"/>
              <a:pathLst>
                <a:path extrusionOk="0" h="266700" w="25908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1" name="Google Shape;801;p24"/>
            <p:cNvSpPr/>
            <p:nvPr/>
          </p:nvSpPr>
          <p:spPr>
            <a:xfrm>
              <a:off x="8315324" y="2641281"/>
              <a:ext cx="242887" cy="279082"/>
            </a:xfrm>
            <a:custGeom>
              <a:rect b="b" l="l" r="r" t="t"/>
              <a:pathLst>
                <a:path extrusionOk="0" h="279082" w="242887">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2" y="115253"/>
                  </a:lnTo>
                  <a:cubicBezTo>
                    <a:pt x="180975" y="74295"/>
                    <a:pt x="160020" y="50482"/>
                    <a:pt x="124777"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2" name="Google Shape;802;p24"/>
            <p:cNvSpPr/>
            <p:nvPr/>
          </p:nvSpPr>
          <p:spPr>
            <a:xfrm>
              <a:off x="8628697"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3" name="Google Shape;803;p24"/>
            <p:cNvSpPr/>
            <p:nvPr/>
          </p:nvSpPr>
          <p:spPr>
            <a:xfrm>
              <a:off x="8818244" y="2640329"/>
              <a:ext cx="205740" cy="280034"/>
            </a:xfrm>
            <a:custGeom>
              <a:rect b="b" l="l" r="r" t="t"/>
              <a:pathLst>
                <a:path extrusionOk="0" h="280034" w="205740">
                  <a:moveTo>
                    <a:pt x="29528" y="198120"/>
                  </a:moveTo>
                  <a:cubicBezTo>
                    <a:pt x="56198" y="218122"/>
                    <a:pt x="80963" y="227647"/>
                    <a:pt x="104775" y="227647"/>
                  </a:cubicBezTo>
                  <a:cubicBezTo>
                    <a:pt x="127635" y="227647"/>
                    <a:pt x="143828" y="217170"/>
                    <a:pt x="143828" y="200978"/>
                  </a:cubicBezTo>
                  <a:cubicBezTo>
                    <a:pt x="143828" y="155258"/>
                    <a:pt x="10478" y="171450"/>
                    <a:pt x="10478" y="82868"/>
                  </a:cubicBezTo>
                  <a:cubicBezTo>
                    <a:pt x="10478" y="33338"/>
                    <a:pt x="51435" y="0"/>
                    <a:pt x="111443" y="0"/>
                  </a:cubicBezTo>
                  <a:cubicBezTo>
                    <a:pt x="143828"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8" y="280035"/>
                    <a:pt x="31432" y="268605"/>
                    <a:pt x="0" y="247650"/>
                  </a:cubicBezTo>
                  <a:lnTo>
                    <a:pt x="29528" y="1981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4" name="Google Shape;804;p24"/>
            <p:cNvSpPr/>
            <p:nvPr/>
          </p:nvSpPr>
          <p:spPr>
            <a:xfrm>
              <a:off x="908208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5" name="Google Shape;805;p24"/>
            <p:cNvSpPr/>
            <p:nvPr/>
          </p:nvSpPr>
          <p:spPr>
            <a:xfrm>
              <a:off x="9205912"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6" name="Google Shape;806;p24"/>
            <p:cNvSpPr/>
            <p:nvPr/>
          </p:nvSpPr>
          <p:spPr>
            <a:xfrm>
              <a:off x="9420224" y="2533649"/>
              <a:ext cx="225742" cy="386714"/>
            </a:xfrm>
            <a:custGeom>
              <a:rect b="b" l="l" r="r" t="t"/>
              <a:pathLst>
                <a:path extrusionOk="0" h="386714" w="225742">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2" y="340042"/>
                    <a:pt x="147638" y="328613"/>
                    <a:pt x="164782" y="307658"/>
                  </a:cubicBezTo>
                  <a:lnTo>
                    <a:pt x="164782" y="261938"/>
                  </a:lnTo>
                  <a:cubicBezTo>
                    <a:pt x="150495" y="258127"/>
                    <a:pt x="135255" y="257175"/>
                    <a:pt x="120968" y="257175"/>
                  </a:cubicBezTo>
                  <a:cubicBezTo>
                    <a:pt x="81915" y="257175"/>
                    <a:pt x="59055" y="273367"/>
                    <a:pt x="59055" y="300990"/>
                  </a:cubicBezTo>
                  <a:cubicBezTo>
                    <a:pt x="59055" y="324803"/>
                    <a:pt x="77152" y="340042"/>
                    <a:pt x="103823" y="340042"/>
                  </a:cubicBezTo>
                  <a:close/>
                  <a:moveTo>
                    <a:pt x="172402" y="72390"/>
                  </a:moveTo>
                  <a:cubicBezTo>
                    <a:pt x="152400" y="72390"/>
                    <a:pt x="135255" y="55245"/>
                    <a:pt x="135255" y="36195"/>
                  </a:cubicBezTo>
                  <a:cubicBezTo>
                    <a:pt x="135255" y="17145"/>
                    <a:pt x="152400" y="0"/>
                    <a:pt x="172402" y="0"/>
                  </a:cubicBezTo>
                  <a:cubicBezTo>
                    <a:pt x="192405" y="0"/>
                    <a:pt x="209550" y="17145"/>
                    <a:pt x="209550" y="36195"/>
                  </a:cubicBezTo>
                  <a:cubicBezTo>
                    <a:pt x="209550" y="56198"/>
                    <a:pt x="192405" y="72390"/>
                    <a:pt x="172402" y="7239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7" name="Google Shape;807;p24"/>
            <p:cNvSpPr/>
            <p:nvPr/>
          </p:nvSpPr>
          <p:spPr>
            <a:xfrm>
              <a:off x="9694544"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8" name="Google Shape;808;p24"/>
            <p:cNvSpPr/>
            <p:nvPr/>
          </p:nvSpPr>
          <p:spPr>
            <a:xfrm>
              <a:off x="2179319" y="3121341"/>
              <a:ext cx="292417" cy="369570"/>
            </a:xfrm>
            <a:custGeom>
              <a:rect b="b" l="l" r="r" t="t"/>
              <a:pathLst>
                <a:path extrusionOk="0" h="369570" w="292417">
                  <a:moveTo>
                    <a:pt x="0" y="0"/>
                  </a:moveTo>
                  <a:lnTo>
                    <a:pt x="66675" y="0"/>
                  </a:lnTo>
                  <a:lnTo>
                    <a:pt x="230505" y="257175"/>
                  </a:lnTo>
                  <a:lnTo>
                    <a:pt x="231458" y="257175"/>
                  </a:lnTo>
                  <a:lnTo>
                    <a:pt x="229553" y="0"/>
                  </a:lnTo>
                  <a:lnTo>
                    <a:pt x="292418" y="0"/>
                  </a:lnTo>
                  <a:lnTo>
                    <a:pt x="292418" y="368617"/>
                  </a:lnTo>
                  <a:lnTo>
                    <a:pt x="227647" y="368617"/>
                  </a:lnTo>
                  <a:lnTo>
                    <a:pt x="63818" y="110490"/>
                  </a:lnTo>
                  <a:lnTo>
                    <a:pt x="62865" y="110490"/>
                  </a:lnTo>
                  <a:lnTo>
                    <a:pt x="63818" y="369570"/>
                  </a:lnTo>
                  <a:lnTo>
                    <a:pt x="0" y="36957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09" name="Google Shape;809;p24"/>
            <p:cNvSpPr/>
            <p:nvPr/>
          </p:nvSpPr>
          <p:spPr>
            <a:xfrm>
              <a:off x="2543174"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7" y="52388"/>
                  </a:cubicBezTo>
                  <a:cubicBezTo>
                    <a:pt x="83820" y="52388"/>
                    <a:pt x="60008" y="57150"/>
                    <a:pt x="38100" y="67627"/>
                  </a:cubicBezTo>
                  <a:lnTo>
                    <a:pt x="24765" y="15240"/>
                  </a:lnTo>
                  <a:cubicBezTo>
                    <a:pt x="49530" y="5715"/>
                    <a:pt x="81915" y="0"/>
                    <a:pt x="112395" y="0"/>
                  </a:cubicBezTo>
                  <a:cubicBezTo>
                    <a:pt x="187642" y="0"/>
                    <a:pt x="225742" y="35242"/>
                    <a:pt x="225742" y="102870"/>
                  </a:cubicBezTo>
                  <a:lnTo>
                    <a:pt x="225742"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3" y="232410"/>
                  </a:moveTo>
                  <a:cubicBezTo>
                    <a:pt x="126683" y="232410"/>
                    <a:pt x="147638" y="220980"/>
                    <a:pt x="164783" y="200025"/>
                  </a:cubicBezTo>
                  <a:lnTo>
                    <a:pt x="164783" y="153352"/>
                  </a:lnTo>
                  <a:cubicBezTo>
                    <a:pt x="150495" y="149542"/>
                    <a:pt x="135255" y="148590"/>
                    <a:pt x="120967" y="148590"/>
                  </a:cubicBezTo>
                  <a:cubicBezTo>
                    <a:pt x="81915" y="148590"/>
                    <a:pt x="59055" y="164783"/>
                    <a:pt x="59055" y="192405"/>
                  </a:cubicBezTo>
                  <a:cubicBezTo>
                    <a:pt x="59055" y="217170"/>
                    <a:pt x="76200" y="232410"/>
                    <a:pt x="103823"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0" name="Google Shape;810;p24"/>
            <p:cNvSpPr/>
            <p:nvPr/>
          </p:nvSpPr>
          <p:spPr>
            <a:xfrm>
              <a:off x="281749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1" name="Google Shape;811;p24"/>
            <p:cNvSpPr/>
            <p:nvPr/>
          </p:nvSpPr>
          <p:spPr>
            <a:xfrm>
              <a:off x="3038474"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8" y="273367"/>
                  </a:cubicBezTo>
                  <a:cubicBezTo>
                    <a:pt x="44767"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2" name="Google Shape;812;p24"/>
            <p:cNvSpPr/>
            <p:nvPr/>
          </p:nvSpPr>
          <p:spPr>
            <a:xfrm>
              <a:off x="3348989" y="3216591"/>
              <a:ext cx="160019" cy="273367"/>
            </a:xfrm>
            <a:custGeom>
              <a:rect b="b" l="l" r="r" t="t"/>
              <a:pathLst>
                <a:path extrusionOk="0" h="273367" w="160019">
                  <a:moveTo>
                    <a:pt x="160020" y="5715"/>
                  </a:moveTo>
                  <a:lnTo>
                    <a:pt x="150495" y="69533"/>
                  </a:lnTo>
                  <a:cubicBezTo>
                    <a:pt x="140970" y="64770"/>
                    <a:pt x="129540" y="60960"/>
                    <a:pt x="116205" y="60960"/>
                  </a:cubicBezTo>
                  <a:cubicBezTo>
                    <a:pt x="73342" y="60960"/>
                    <a:pt x="61913" y="95250"/>
                    <a:pt x="61913" y="136208"/>
                  </a:cubicBezTo>
                  <a:lnTo>
                    <a:pt x="61913" y="273367"/>
                  </a:lnTo>
                  <a:lnTo>
                    <a:pt x="0" y="273367"/>
                  </a:lnTo>
                  <a:lnTo>
                    <a:pt x="0" y="6668"/>
                  </a:lnTo>
                  <a:lnTo>
                    <a:pt x="60960" y="6668"/>
                  </a:lnTo>
                  <a:lnTo>
                    <a:pt x="60960" y="40005"/>
                  </a:lnTo>
                  <a:lnTo>
                    <a:pt x="61913" y="40005"/>
                  </a:lnTo>
                  <a:cubicBezTo>
                    <a:pt x="76200" y="15240"/>
                    <a:pt x="100965" y="0"/>
                    <a:pt x="131445" y="0"/>
                  </a:cubicBezTo>
                  <a:cubicBezTo>
                    <a:pt x="139065" y="0"/>
                    <a:pt x="150495" y="1905"/>
                    <a:pt x="160020" y="57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3" name="Google Shape;813;p24"/>
            <p:cNvSpPr/>
            <p:nvPr/>
          </p:nvSpPr>
          <p:spPr>
            <a:xfrm>
              <a:off x="3548062" y="3224212"/>
              <a:ext cx="376237" cy="266700"/>
            </a:xfrm>
            <a:custGeom>
              <a:rect b="b" l="l" r="r" t="t"/>
              <a:pathLst>
                <a:path extrusionOk="0" h="266700" w="376237">
                  <a:moveTo>
                    <a:pt x="376238" y="0"/>
                  </a:moveTo>
                  <a:lnTo>
                    <a:pt x="297180" y="266700"/>
                  </a:lnTo>
                  <a:lnTo>
                    <a:pt x="237172" y="266700"/>
                  </a:lnTo>
                  <a:lnTo>
                    <a:pt x="188595" y="81915"/>
                  </a:lnTo>
                  <a:lnTo>
                    <a:pt x="187642" y="81915"/>
                  </a:lnTo>
                  <a:lnTo>
                    <a:pt x="139065" y="266700"/>
                  </a:lnTo>
                  <a:lnTo>
                    <a:pt x="79058" y="266700"/>
                  </a:lnTo>
                  <a:lnTo>
                    <a:pt x="0" y="0"/>
                  </a:lnTo>
                  <a:lnTo>
                    <a:pt x="65722" y="0"/>
                  </a:lnTo>
                  <a:lnTo>
                    <a:pt x="111442" y="180022"/>
                  </a:lnTo>
                  <a:lnTo>
                    <a:pt x="112395" y="180022"/>
                  </a:lnTo>
                  <a:lnTo>
                    <a:pt x="160020" y="0"/>
                  </a:lnTo>
                  <a:lnTo>
                    <a:pt x="217170" y="0"/>
                  </a:lnTo>
                  <a:lnTo>
                    <a:pt x="265747" y="180022"/>
                  </a:lnTo>
                  <a:lnTo>
                    <a:pt x="266700" y="180022"/>
                  </a:lnTo>
                  <a:lnTo>
                    <a:pt x="311467" y="0"/>
                  </a:lnTo>
                  <a:lnTo>
                    <a:pt x="376238"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4" name="Google Shape;814;p24"/>
            <p:cNvSpPr/>
            <p:nvPr/>
          </p:nvSpPr>
          <p:spPr>
            <a:xfrm>
              <a:off x="3970971" y="3105149"/>
              <a:ext cx="79057" cy="384809"/>
            </a:xfrm>
            <a:custGeom>
              <a:rect b="b" l="l" r="r" t="t"/>
              <a:pathLst>
                <a:path extrusionOk="0" h="384809" w="79057">
                  <a:moveTo>
                    <a:pt x="79058" y="38100"/>
                  </a:moveTo>
                  <a:cubicBezTo>
                    <a:pt x="79058" y="60008"/>
                    <a:pt x="60960" y="76200"/>
                    <a:pt x="39053" y="76200"/>
                  </a:cubicBezTo>
                  <a:cubicBezTo>
                    <a:pt x="17145" y="76200"/>
                    <a:pt x="0" y="60008"/>
                    <a:pt x="0" y="38100"/>
                  </a:cubicBezTo>
                  <a:cubicBezTo>
                    <a:pt x="0" y="16192"/>
                    <a:pt x="18098" y="0"/>
                    <a:pt x="39053" y="0"/>
                  </a:cubicBezTo>
                  <a:cubicBezTo>
                    <a:pt x="60960" y="0"/>
                    <a:pt x="79058" y="16192"/>
                    <a:pt x="79058" y="38100"/>
                  </a:cubicBezTo>
                  <a:close/>
                  <a:moveTo>
                    <a:pt x="70485" y="384810"/>
                  </a:moveTo>
                  <a:lnTo>
                    <a:pt x="8573" y="384810"/>
                  </a:lnTo>
                  <a:lnTo>
                    <a:pt x="8573"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5" name="Google Shape;815;p24"/>
            <p:cNvSpPr/>
            <p:nvPr/>
          </p:nvSpPr>
          <p:spPr>
            <a:xfrm>
              <a:off x="4099559" y="3216591"/>
              <a:ext cx="205740" cy="280035"/>
            </a:xfrm>
            <a:custGeom>
              <a:rect b="b" l="l" r="r" t="t"/>
              <a:pathLst>
                <a:path extrusionOk="0" h="280035" w="20574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6" name="Google Shape;816;p24"/>
            <p:cNvSpPr/>
            <p:nvPr/>
          </p:nvSpPr>
          <p:spPr>
            <a:xfrm>
              <a:off x="4346256"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7" name="Google Shape;817;p24"/>
            <p:cNvSpPr/>
            <p:nvPr/>
          </p:nvSpPr>
          <p:spPr>
            <a:xfrm>
              <a:off x="4601527" y="3217544"/>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3" y="279083"/>
                    <a:pt x="132397" y="279083"/>
                  </a:cubicBezTo>
                  <a:close/>
                  <a:moveTo>
                    <a:pt x="62865" y="115252"/>
                  </a:moveTo>
                  <a:lnTo>
                    <a:pt x="183832" y="115252"/>
                  </a:lnTo>
                  <a:cubicBezTo>
                    <a:pt x="180975" y="74295"/>
                    <a:pt x="160020" y="50482"/>
                    <a:pt x="124778" y="50482"/>
                  </a:cubicBezTo>
                  <a:cubicBezTo>
                    <a:pt x="89535" y="50482"/>
                    <a:pt x="67628"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8" name="Google Shape;818;p24"/>
            <p:cNvSpPr/>
            <p:nvPr/>
          </p:nvSpPr>
          <p:spPr>
            <a:xfrm>
              <a:off x="4913946" y="3217544"/>
              <a:ext cx="228600" cy="273367"/>
            </a:xfrm>
            <a:custGeom>
              <a:rect b="b" l="l" r="r" t="t"/>
              <a:pathLst>
                <a:path extrusionOk="0" h="273367" w="22860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8" y="15240"/>
                    <a:pt x="106680" y="0"/>
                    <a:pt x="140970" y="0"/>
                  </a:cubicBezTo>
                  <a:cubicBezTo>
                    <a:pt x="201930" y="0"/>
                    <a:pt x="228600" y="44767"/>
                    <a:pt x="228600" y="107633"/>
                  </a:cubicBezTo>
                  <a:lnTo>
                    <a:pt x="228600" y="2724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19" name="Google Shape;819;p24"/>
            <p:cNvSpPr/>
            <p:nvPr/>
          </p:nvSpPr>
          <p:spPr>
            <a:xfrm>
              <a:off x="5198744"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0" name="Google Shape;820;p24"/>
            <p:cNvSpPr/>
            <p:nvPr/>
          </p:nvSpPr>
          <p:spPr>
            <a:xfrm>
              <a:off x="5454967" y="3216591"/>
              <a:ext cx="224789" cy="280035"/>
            </a:xfrm>
            <a:custGeom>
              <a:rect b="b" l="l" r="r" t="t"/>
              <a:pathLst>
                <a:path extrusionOk="0" h="280035" w="224789">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1" name="Google Shape;821;p24"/>
            <p:cNvSpPr/>
            <p:nvPr/>
          </p:nvSpPr>
          <p:spPr>
            <a:xfrm>
              <a:off x="5733096" y="3101339"/>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2" name="Google Shape;822;p24"/>
            <p:cNvSpPr/>
            <p:nvPr/>
          </p:nvSpPr>
          <p:spPr>
            <a:xfrm>
              <a:off x="6023609"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8" y="52388"/>
                  </a:cubicBezTo>
                  <a:cubicBezTo>
                    <a:pt x="83820" y="52388"/>
                    <a:pt x="60008"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3" y="232410"/>
                    <a:pt x="147638" y="220980"/>
                    <a:pt x="164783" y="200025"/>
                  </a:cubicBezTo>
                  <a:lnTo>
                    <a:pt x="164783" y="153352"/>
                  </a:lnTo>
                  <a:cubicBezTo>
                    <a:pt x="150495" y="149542"/>
                    <a:pt x="135255" y="148590"/>
                    <a:pt x="120968" y="148590"/>
                  </a:cubicBezTo>
                  <a:cubicBezTo>
                    <a:pt x="81915" y="148590"/>
                    <a:pt x="59055" y="164783"/>
                    <a:pt x="59055" y="192405"/>
                  </a:cubicBezTo>
                  <a:cubicBezTo>
                    <a:pt x="60008" y="217170"/>
                    <a:pt x="77153" y="232410"/>
                    <a:pt x="103822"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3" name="Google Shape;823;p24"/>
            <p:cNvSpPr/>
            <p:nvPr/>
          </p:nvSpPr>
          <p:spPr>
            <a:xfrm>
              <a:off x="6299834" y="3097529"/>
              <a:ext cx="162877" cy="391477"/>
            </a:xfrm>
            <a:custGeom>
              <a:rect b="b" l="l" r="r" t="t"/>
              <a:pathLst>
                <a:path extrusionOk="0" h="391477" w="162877">
                  <a:moveTo>
                    <a:pt x="162878" y="58103"/>
                  </a:moveTo>
                  <a:cubicBezTo>
                    <a:pt x="154305" y="54293"/>
                    <a:pt x="144780" y="52388"/>
                    <a:pt x="135255" y="52388"/>
                  </a:cubicBezTo>
                  <a:cubicBezTo>
                    <a:pt x="111443" y="52388"/>
                    <a:pt x="101918" y="64770"/>
                    <a:pt x="101918" y="89535"/>
                  </a:cubicBezTo>
                  <a:lnTo>
                    <a:pt x="101918" y="125730"/>
                  </a:lnTo>
                  <a:lnTo>
                    <a:pt x="155258" y="125730"/>
                  </a:lnTo>
                  <a:lnTo>
                    <a:pt x="155258" y="177165"/>
                  </a:lnTo>
                  <a:lnTo>
                    <a:pt x="102870" y="177165"/>
                  </a:lnTo>
                  <a:lnTo>
                    <a:pt x="102870" y="391478"/>
                  </a:lnTo>
                  <a:lnTo>
                    <a:pt x="40958" y="391478"/>
                  </a:lnTo>
                  <a:lnTo>
                    <a:pt x="40958" y="177165"/>
                  </a:lnTo>
                  <a:lnTo>
                    <a:pt x="0" y="177165"/>
                  </a:lnTo>
                  <a:lnTo>
                    <a:pt x="0" y="126683"/>
                  </a:lnTo>
                  <a:lnTo>
                    <a:pt x="40958" y="126683"/>
                  </a:lnTo>
                  <a:lnTo>
                    <a:pt x="40958" y="88583"/>
                  </a:lnTo>
                  <a:cubicBezTo>
                    <a:pt x="40958" y="33338"/>
                    <a:pt x="65722" y="0"/>
                    <a:pt x="125730" y="0"/>
                  </a:cubicBezTo>
                  <a:cubicBezTo>
                    <a:pt x="139065" y="0"/>
                    <a:pt x="152400" y="1905"/>
                    <a:pt x="162878" y="5715"/>
                  </a:cubicBezTo>
                  <a:lnTo>
                    <a:pt x="162878" y="5810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4" name="Google Shape;824;p24"/>
            <p:cNvSpPr/>
            <p:nvPr/>
          </p:nvSpPr>
          <p:spPr>
            <a:xfrm>
              <a:off x="6497002"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5" name="Google Shape;825;p24"/>
            <p:cNvSpPr/>
            <p:nvPr/>
          </p:nvSpPr>
          <p:spPr>
            <a:xfrm>
              <a:off x="6725601"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6" name="Google Shape;826;p24"/>
            <p:cNvSpPr/>
            <p:nvPr/>
          </p:nvSpPr>
          <p:spPr>
            <a:xfrm>
              <a:off x="6861809" y="3105149"/>
              <a:ext cx="79057" cy="384809"/>
            </a:xfrm>
            <a:custGeom>
              <a:rect b="b" l="l" r="r" t="t"/>
              <a:pathLst>
                <a:path extrusionOk="0" h="384809" w="79057">
                  <a:moveTo>
                    <a:pt x="79057" y="38100"/>
                  </a:moveTo>
                  <a:cubicBezTo>
                    <a:pt x="79057" y="60008"/>
                    <a:pt x="60960" y="76200"/>
                    <a:pt x="39052" y="76200"/>
                  </a:cubicBezTo>
                  <a:cubicBezTo>
                    <a:pt x="17145" y="76200"/>
                    <a:pt x="0" y="60008"/>
                    <a:pt x="0" y="38100"/>
                  </a:cubicBezTo>
                  <a:cubicBezTo>
                    <a:pt x="0" y="16192"/>
                    <a:pt x="18097" y="0"/>
                    <a:pt x="39052" y="0"/>
                  </a:cubicBezTo>
                  <a:cubicBezTo>
                    <a:pt x="60960" y="0"/>
                    <a:pt x="79057" y="16192"/>
                    <a:pt x="79057" y="38100"/>
                  </a:cubicBezTo>
                  <a:close/>
                  <a:moveTo>
                    <a:pt x="70485" y="384810"/>
                  </a:moveTo>
                  <a:lnTo>
                    <a:pt x="8572" y="384810"/>
                  </a:lnTo>
                  <a:lnTo>
                    <a:pt x="8572"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7" name="Google Shape;827;p24"/>
            <p:cNvSpPr/>
            <p:nvPr/>
          </p:nvSpPr>
          <p:spPr>
            <a:xfrm>
              <a:off x="6998969" y="3216591"/>
              <a:ext cx="224790" cy="280035"/>
            </a:xfrm>
            <a:custGeom>
              <a:rect b="b" l="l" r="r" t="t"/>
              <a:pathLst>
                <a:path extrusionOk="0" h="280035" w="22479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8" name="Google Shape;828;p24"/>
            <p:cNvSpPr/>
            <p:nvPr/>
          </p:nvSpPr>
          <p:spPr>
            <a:xfrm>
              <a:off x="7277099" y="3101339"/>
              <a:ext cx="229552" cy="389572"/>
            </a:xfrm>
            <a:custGeom>
              <a:rect b="b" l="l" r="r" t="t"/>
              <a:pathLst>
                <a:path extrusionOk="0" h="389572" w="229552">
                  <a:moveTo>
                    <a:pt x="229552" y="388620"/>
                  </a:moveTo>
                  <a:lnTo>
                    <a:pt x="166688" y="388620"/>
                  </a:lnTo>
                  <a:lnTo>
                    <a:pt x="166688" y="236220"/>
                  </a:lnTo>
                  <a:cubicBezTo>
                    <a:pt x="166688" y="197168"/>
                    <a:pt x="154305" y="171450"/>
                    <a:pt x="117157"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9" name="Google Shape;829;p24"/>
            <p:cNvSpPr/>
            <p:nvPr/>
          </p:nvSpPr>
          <p:spPr>
            <a:xfrm>
              <a:off x="7571422" y="3217544"/>
              <a:ext cx="242887" cy="279082"/>
            </a:xfrm>
            <a:custGeom>
              <a:rect b="b" l="l" r="r" t="t"/>
              <a:pathLst>
                <a:path extrusionOk="0" h="279082" w="242887">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0" name="Google Shape;830;p24"/>
            <p:cNvSpPr/>
            <p:nvPr/>
          </p:nvSpPr>
          <p:spPr>
            <a:xfrm>
              <a:off x="8041956" y="3122294"/>
              <a:ext cx="231457" cy="368617"/>
            </a:xfrm>
            <a:custGeom>
              <a:rect b="b" l="l" r="r" t="t"/>
              <a:pathLst>
                <a:path extrusionOk="0" h="368617" w="231457">
                  <a:moveTo>
                    <a:pt x="231457" y="60007"/>
                  </a:moveTo>
                  <a:lnTo>
                    <a:pt x="65723" y="60007"/>
                  </a:lnTo>
                  <a:lnTo>
                    <a:pt x="65723" y="151447"/>
                  </a:lnTo>
                  <a:lnTo>
                    <a:pt x="189548" y="151447"/>
                  </a:lnTo>
                  <a:lnTo>
                    <a:pt x="189548" y="211455"/>
                  </a:lnTo>
                  <a:lnTo>
                    <a:pt x="65723" y="211455"/>
                  </a:lnTo>
                  <a:lnTo>
                    <a:pt x="65723" y="368617"/>
                  </a:lnTo>
                  <a:lnTo>
                    <a:pt x="0" y="368617"/>
                  </a:lnTo>
                  <a:lnTo>
                    <a:pt x="0" y="0"/>
                  </a:lnTo>
                  <a:lnTo>
                    <a:pt x="231457" y="0"/>
                  </a:lnTo>
                  <a:lnTo>
                    <a:pt x="231457" y="6000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1" name="Google Shape;831;p24"/>
            <p:cNvSpPr/>
            <p:nvPr/>
          </p:nvSpPr>
          <p:spPr>
            <a:xfrm>
              <a:off x="8285780" y="3217544"/>
              <a:ext cx="225758" cy="279082"/>
            </a:xfrm>
            <a:custGeom>
              <a:rect b="b" l="l" r="r" t="t"/>
              <a:pathLst>
                <a:path extrusionOk="0" h="279082" w="225758">
                  <a:moveTo>
                    <a:pt x="114317" y="107633"/>
                  </a:moveTo>
                  <a:cubicBezTo>
                    <a:pt x="131462" y="107633"/>
                    <a:pt x="147654" y="108585"/>
                    <a:pt x="164799" y="113347"/>
                  </a:cubicBezTo>
                  <a:lnTo>
                    <a:pt x="164799" y="103822"/>
                  </a:lnTo>
                  <a:cubicBezTo>
                    <a:pt x="164799" y="69532"/>
                    <a:pt x="144796" y="52388"/>
                    <a:pt x="105744" y="52388"/>
                  </a:cubicBezTo>
                  <a:cubicBezTo>
                    <a:pt x="83837" y="52388"/>
                    <a:pt x="60024" y="57150"/>
                    <a:pt x="38117" y="67627"/>
                  </a:cubicBezTo>
                  <a:lnTo>
                    <a:pt x="24781" y="15240"/>
                  </a:lnTo>
                  <a:cubicBezTo>
                    <a:pt x="49546" y="5715"/>
                    <a:pt x="81931" y="0"/>
                    <a:pt x="112412" y="0"/>
                  </a:cubicBezTo>
                  <a:cubicBezTo>
                    <a:pt x="187659" y="0"/>
                    <a:pt x="225759" y="35242"/>
                    <a:pt x="225759" y="102870"/>
                  </a:cubicBezTo>
                  <a:lnTo>
                    <a:pt x="225759" y="273367"/>
                  </a:lnTo>
                  <a:lnTo>
                    <a:pt x="166704" y="273367"/>
                  </a:lnTo>
                  <a:lnTo>
                    <a:pt x="166704" y="244792"/>
                  </a:lnTo>
                  <a:lnTo>
                    <a:pt x="165751" y="244792"/>
                  </a:lnTo>
                  <a:cubicBezTo>
                    <a:pt x="142892" y="268605"/>
                    <a:pt x="119079" y="279083"/>
                    <a:pt x="87646" y="279083"/>
                  </a:cubicBezTo>
                  <a:cubicBezTo>
                    <a:pt x="34306" y="279083"/>
                    <a:pt x="17" y="245745"/>
                    <a:pt x="17" y="194310"/>
                  </a:cubicBezTo>
                  <a:cubicBezTo>
                    <a:pt x="-936" y="138113"/>
                    <a:pt x="39069" y="107633"/>
                    <a:pt x="114317" y="107633"/>
                  </a:cubicBezTo>
                  <a:close/>
                  <a:moveTo>
                    <a:pt x="103839" y="232410"/>
                  </a:moveTo>
                  <a:cubicBezTo>
                    <a:pt x="126699" y="232410"/>
                    <a:pt x="147654" y="220980"/>
                    <a:pt x="164799" y="200025"/>
                  </a:cubicBezTo>
                  <a:lnTo>
                    <a:pt x="164799" y="153352"/>
                  </a:lnTo>
                  <a:cubicBezTo>
                    <a:pt x="150512" y="149542"/>
                    <a:pt x="135271" y="148590"/>
                    <a:pt x="120984" y="148590"/>
                  </a:cubicBezTo>
                  <a:cubicBezTo>
                    <a:pt x="81931" y="148590"/>
                    <a:pt x="59071" y="164783"/>
                    <a:pt x="59071" y="192405"/>
                  </a:cubicBezTo>
                  <a:cubicBezTo>
                    <a:pt x="59071" y="217170"/>
                    <a:pt x="76217" y="232410"/>
                    <a:pt x="103839"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2" name="Google Shape;832;p24"/>
            <p:cNvSpPr/>
            <p:nvPr/>
          </p:nvSpPr>
          <p:spPr>
            <a:xfrm>
              <a:off x="8590597" y="3101339"/>
              <a:ext cx="234314" cy="389572"/>
            </a:xfrm>
            <a:custGeom>
              <a:rect b="b" l="l" r="r" t="t"/>
              <a:pathLst>
                <a:path extrusionOk="0" h="389572" w="234314">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3" name="Google Shape;833;p24"/>
            <p:cNvSpPr/>
            <p:nvPr/>
          </p:nvSpPr>
          <p:spPr>
            <a:xfrm>
              <a:off x="8870631"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8"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4" name="Google Shape;834;p24"/>
            <p:cNvSpPr/>
            <p:nvPr/>
          </p:nvSpPr>
          <p:spPr>
            <a:xfrm>
              <a:off x="9180194"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5" name="Google Shape;835;p24"/>
            <p:cNvSpPr/>
            <p:nvPr/>
          </p:nvSpPr>
          <p:spPr>
            <a:xfrm>
              <a:off x="9297351" y="3138487"/>
              <a:ext cx="165735" cy="358140"/>
            </a:xfrm>
            <a:custGeom>
              <a:rect b="b" l="l" r="r" t="t"/>
              <a:pathLst>
                <a:path extrusionOk="0" h="358140" w="165735">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3" y="303847"/>
                    <a:pt x="155258"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6" name="Google Shape;836;p24"/>
            <p:cNvSpPr/>
            <p:nvPr/>
          </p:nvSpPr>
          <p:spPr>
            <a:xfrm>
              <a:off x="9511664" y="3109912"/>
              <a:ext cx="225742" cy="386715"/>
            </a:xfrm>
            <a:custGeom>
              <a:rect b="b" l="l" r="r" t="t"/>
              <a:pathLst>
                <a:path extrusionOk="0" h="386715" w="225742">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3" y="107633"/>
                    <a:pt x="225743" y="142875"/>
                    <a:pt x="225743" y="210503"/>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0985"/>
                  </a:lnTo>
                  <a:cubicBezTo>
                    <a:pt x="150495" y="257175"/>
                    <a:pt x="135255" y="256222"/>
                    <a:pt x="120968" y="256222"/>
                  </a:cubicBezTo>
                  <a:cubicBezTo>
                    <a:pt x="81915" y="256222"/>
                    <a:pt x="59055" y="272415"/>
                    <a:pt x="59055" y="300038"/>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7" name="Google Shape;837;p24"/>
            <p:cNvSpPr/>
            <p:nvPr/>
          </p:nvSpPr>
          <p:spPr>
            <a:xfrm>
              <a:off x="978598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 Blau" showMasterSp="0">
  <p:cSld name="Nur Titel | Blau">
    <p:bg>
      <p:bgPr>
        <a:solidFill>
          <a:schemeClr val="dk2"/>
        </a:solidFill>
      </p:bgPr>
    </p:bg>
    <p:spTree>
      <p:nvGrpSpPr>
        <p:cNvPr id="838" name="Shape 838"/>
        <p:cNvGrpSpPr/>
        <p:nvPr/>
      </p:nvGrpSpPr>
      <p:grpSpPr>
        <a:xfrm>
          <a:off x="0" y="0"/>
          <a:ext cx="0" cy="0"/>
          <a:chOff x="0" y="0"/>
          <a:chExt cx="0" cy="0"/>
        </a:xfrm>
      </p:grpSpPr>
      <p:sp>
        <p:nvSpPr>
          <p:cNvPr id="839" name="Google Shape;839;p25"/>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2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0" name="Google Shape;840;p25"/>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1" name="Google Shape;841;p25"/>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2" name="Google Shape;842;p25"/>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843" name="Google Shape;843;p25"/>
          <p:cNvSpPr/>
          <p:nvPr/>
        </p:nvSpPr>
        <p:spPr>
          <a:xfrm>
            <a:off x="387900" y="6538526"/>
            <a:ext cx="8756100" cy="108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844" name="Google Shape;844;p25"/>
          <p:cNvSpPr/>
          <p:nvPr/>
        </p:nvSpPr>
        <p:spPr>
          <a:xfrm>
            <a:off x="388800" y="1196733"/>
            <a:ext cx="8757047" cy="720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845" name="Google Shape;845;p25"/>
          <p:cNvSpPr/>
          <p:nvPr>
            <p:ph idx="2" type="pic"/>
          </p:nvPr>
        </p:nvSpPr>
        <p:spPr>
          <a:xfrm>
            <a:off x="6328017" y="301186"/>
            <a:ext cx="810000" cy="386413"/>
          </a:xfrm>
          <a:prstGeom prst="rect">
            <a:avLst/>
          </a:prstGeom>
          <a:noFill/>
          <a:ln>
            <a:noFill/>
          </a:ln>
        </p:spPr>
      </p:sp>
      <p:grpSp>
        <p:nvGrpSpPr>
          <p:cNvPr id="846" name="Google Shape;846;p25"/>
          <p:cNvGrpSpPr/>
          <p:nvPr/>
        </p:nvGrpSpPr>
        <p:grpSpPr>
          <a:xfrm>
            <a:off x="-292893" y="160153"/>
            <a:ext cx="250031" cy="136812"/>
            <a:chOff x="-133350" y="2711163"/>
            <a:chExt cx="333375" cy="136812"/>
          </a:xfrm>
        </p:grpSpPr>
        <p:cxnSp>
          <p:nvCxnSpPr>
            <p:cNvPr id="847" name="Google Shape;847;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48" name="Google Shape;848;p25"/>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849" name="Google Shape;849;p25"/>
          <p:cNvGrpSpPr/>
          <p:nvPr/>
        </p:nvGrpSpPr>
        <p:grpSpPr>
          <a:xfrm>
            <a:off x="-292893" y="1131703"/>
            <a:ext cx="250031" cy="136812"/>
            <a:chOff x="-133350" y="2711163"/>
            <a:chExt cx="333375" cy="136812"/>
          </a:xfrm>
        </p:grpSpPr>
        <p:cxnSp>
          <p:nvCxnSpPr>
            <p:cNvPr id="850" name="Google Shape;850;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51" name="Google Shape;851;p25"/>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852" name="Google Shape;852;p25"/>
          <p:cNvGrpSpPr/>
          <p:nvPr/>
        </p:nvGrpSpPr>
        <p:grpSpPr>
          <a:xfrm>
            <a:off x="-292893" y="1491963"/>
            <a:ext cx="250031" cy="136812"/>
            <a:chOff x="-133350" y="2711163"/>
            <a:chExt cx="333375" cy="136812"/>
          </a:xfrm>
        </p:grpSpPr>
        <p:cxnSp>
          <p:nvCxnSpPr>
            <p:cNvPr id="853" name="Google Shape;853;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54" name="Google Shape;854;p25"/>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855" name="Google Shape;855;p25"/>
          <p:cNvGrpSpPr/>
          <p:nvPr/>
        </p:nvGrpSpPr>
        <p:grpSpPr>
          <a:xfrm>
            <a:off x="-292893" y="3292188"/>
            <a:ext cx="250031" cy="136812"/>
            <a:chOff x="-133350" y="2711163"/>
            <a:chExt cx="333375" cy="136812"/>
          </a:xfrm>
        </p:grpSpPr>
        <p:cxnSp>
          <p:nvCxnSpPr>
            <p:cNvPr id="856" name="Google Shape;856;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57" name="Google Shape;857;p25"/>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858" name="Google Shape;858;p25"/>
          <p:cNvGrpSpPr/>
          <p:nvPr/>
        </p:nvGrpSpPr>
        <p:grpSpPr>
          <a:xfrm>
            <a:off x="-292893" y="6063963"/>
            <a:ext cx="250031" cy="136812"/>
            <a:chOff x="-133350" y="2711163"/>
            <a:chExt cx="333375" cy="136812"/>
          </a:xfrm>
        </p:grpSpPr>
        <p:cxnSp>
          <p:nvCxnSpPr>
            <p:cNvPr id="859" name="Google Shape;859;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60" name="Google Shape;860;p25"/>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861" name="Google Shape;861;p25"/>
          <p:cNvGrpSpPr/>
          <p:nvPr/>
        </p:nvGrpSpPr>
        <p:grpSpPr>
          <a:xfrm>
            <a:off x="-292893" y="6495763"/>
            <a:ext cx="250031" cy="136812"/>
            <a:chOff x="-133350" y="2711163"/>
            <a:chExt cx="333375" cy="136812"/>
          </a:xfrm>
        </p:grpSpPr>
        <p:cxnSp>
          <p:nvCxnSpPr>
            <p:cNvPr id="862" name="Google Shape;862;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63" name="Google Shape;863;p25"/>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864" name="Google Shape;864;p25"/>
          <p:cNvGrpSpPr/>
          <p:nvPr/>
        </p:nvGrpSpPr>
        <p:grpSpPr>
          <a:xfrm rot="-5400000">
            <a:off x="169567" y="-282035"/>
            <a:ext cx="333375" cy="102606"/>
            <a:chOff x="-133350" y="2711167"/>
            <a:chExt cx="333375" cy="136808"/>
          </a:xfrm>
        </p:grpSpPr>
        <p:cxnSp>
          <p:nvCxnSpPr>
            <p:cNvPr id="865" name="Google Shape;865;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66" name="Google Shape;866;p25"/>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867" name="Google Shape;867;p25"/>
          <p:cNvGrpSpPr/>
          <p:nvPr/>
        </p:nvGrpSpPr>
        <p:grpSpPr>
          <a:xfrm rot="-5400000">
            <a:off x="4273057" y="-282036"/>
            <a:ext cx="333375" cy="102603"/>
            <a:chOff x="-133350" y="2711171"/>
            <a:chExt cx="333375" cy="136804"/>
          </a:xfrm>
        </p:grpSpPr>
        <p:cxnSp>
          <p:nvCxnSpPr>
            <p:cNvPr id="868" name="Google Shape;868;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69" name="Google Shape;869;p25"/>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870" name="Google Shape;870;p25"/>
          <p:cNvGrpSpPr/>
          <p:nvPr/>
        </p:nvGrpSpPr>
        <p:grpSpPr>
          <a:xfrm>
            <a:off x="4652949" y="-397423"/>
            <a:ext cx="93680" cy="333375"/>
            <a:chOff x="6416680" y="-397423"/>
            <a:chExt cx="124907" cy="333375"/>
          </a:xfrm>
        </p:grpSpPr>
        <p:cxnSp>
          <p:nvCxnSpPr>
            <p:cNvPr id="871" name="Google Shape;871;p25"/>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72" name="Google Shape;872;p25"/>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873" name="Google Shape;873;p25"/>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874" name="Google Shape;874;p25"/>
          <p:cNvGrpSpPr/>
          <p:nvPr/>
        </p:nvGrpSpPr>
        <p:grpSpPr>
          <a:xfrm rot="-5400000">
            <a:off x="8543829" y="-282039"/>
            <a:ext cx="333375" cy="102600"/>
            <a:chOff x="-133350" y="2711175"/>
            <a:chExt cx="333375" cy="136800"/>
          </a:xfrm>
        </p:grpSpPr>
        <p:cxnSp>
          <p:nvCxnSpPr>
            <p:cNvPr id="875" name="Google Shape;875;p25"/>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76" name="Google Shape;876;p25"/>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877" name="Google Shape;877;p25"/>
          <p:cNvSpPr txBox="1"/>
          <p:nvPr>
            <p:ph idx="1" type="body"/>
          </p:nvPr>
        </p:nvSpPr>
        <p:spPr>
          <a:xfrm>
            <a:off x="388738" y="611950"/>
            <a:ext cx="5133289" cy="218586"/>
          </a:xfrm>
          <a:prstGeom prst="rect">
            <a:avLst/>
          </a:prstGeom>
          <a:noFill/>
          <a:ln>
            <a:noFill/>
          </a:ln>
        </p:spPr>
        <p:txBody>
          <a:bodyPr anchorCtr="0" anchor="t" bIns="0" lIns="0" spcFirstLastPara="1" rIns="360000" wrap="square" tIns="0">
            <a:spAutoFit/>
          </a:bodyPr>
          <a:lstStyle>
            <a:lvl1pPr indent="-228600" lvl="0" marL="457200" algn="l">
              <a:lnSpc>
                <a:spcPct val="110000"/>
              </a:lnSpc>
              <a:spcBef>
                <a:spcPts val="0"/>
              </a:spcBef>
              <a:spcAft>
                <a:spcPts val="0"/>
              </a:spcAft>
              <a:buClr>
                <a:schemeClr val="lt2"/>
              </a:buClr>
              <a:buSzPts val="1400"/>
              <a:buNone/>
              <a:defRPr sz="1400">
                <a:solidFill>
                  <a:schemeClr val="lt2"/>
                </a:solidFil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878" name="Google Shape;878;p25"/>
          <p:cNvSpPr/>
          <p:nvPr/>
        </p:nvSpPr>
        <p:spPr>
          <a:xfrm>
            <a:off x="7673724" y="296770"/>
            <a:ext cx="1080000" cy="412328"/>
          </a:xfrm>
          <a:custGeom>
            <a:rect b="b" l="l" r="r" t="t"/>
            <a:pathLst>
              <a:path extrusionOk="0" h="1831428" w="479701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lussfolie" showMasterSp="0">
  <p:cSld name="Schlussfolie">
    <p:bg>
      <p:bgPr>
        <a:solidFill>
          <a:schemeClr val="dk2"/>
        </a:solidFill>
      </p:bgPr>
    </p:bg>
    <p:spTree>
      <p:nvGrpSpPr>
        <p:cNvPr id="879" name="Shape 879"/>
        <p:cNvGrpSpPr/>
        <p:nvPr/>
      </p:nvGrpSpPr>
      <p:grpSpPr>
        <a:xfrm>
          <a:off x="0" y="0"/>
          <a:ext cx="0" cy="0"/>
          <a:chOff x="0" y="0"/>
          <a:chExt cx="0" cy="0"/>
        </a:xfrm>
      </p:grpSpPr>
      <p:sp>
        <p:nvSpPr>
          <p:cNvPr id="880" name="Google Shape;880;p26"/>
          <p:cNvSpPr txBox="1"/>
          <p:nvPr>
            <p:ph idx="1" type="body"/>
          </p:nvPr>
        </p:nvSpPr>
        <p:spPr>
          <a:xfrm>
            <a:off x="0" y="1628776"/>
            <a:ext cx="9144000" cy="5229225"/>
          </a:xfrm>
          <a:prstGeom prst="rect">
            <a:avLst/>
          </a:prstGeom>
          <a:gradFill>
            <a:gsLst>
              <a:gs pos="0">
                <a:schemeClr val="accent4"/>
              </a:gs>
              <a:gs pos="5000">
                <a:schemeClr val="accent4"/>
              </a:gs>
              <a:gs pos="50000">
                <a:srgbClr val="7BB725">
                  <a:alpha val="49803"/>
                </a:srgbClr>
              </a:gs>
              <a:gs pos="100000">
                <a:srgbClr val="7BB725">
                  <a:alpha val="20000"/>
                </a:srgbClr>
              </a:gs>
            </a:gsLst>
            <a:lin ang="5400000" scaled="0"/>
          </a:gradFill>
          <a:ln>
            <a:noFill/>
          </a:ln>
        </p:spPr>
        <p:txBody>
          <a:bodyPr anchorCtr="0" anchor="t" bIns="0" lIns="540000" spcFirstLastPara="1" rIns="0" wrap="square" tIns="1188000">
            <a:noAutofit/>
          </a:bodyPr>
          <a:lstStyle>
            <a:lvl1pPr indent="-228600" lvl="0" marL="457200" algn="l">
              <a:lnSpc>
                <a:spcPct val="110000"/>
              </a:lnSpc>
              <a:spcBef>
                <a:spcPts val="0"/>
              </a:spcBef>
              <a:spcAft>
                <a:spcPts val="0"/>
              </a:spcAft>
              <a:buClr>
                <a:schemeClr val="lt1"/>
              </a:buClr>
              <a:buSzPts val="3000"/>
              <a:buNone/>
              <a:defRPr b="1" sz="3000">
                <a:latin typeface="Arial"/>
                <a:ea typeface="Arial"/>
                <a:cs typeface="Arial"/>
                <a:sym typeface="Arial"/>
              </a:defRPr>
            </a:lvl1pPr>
            <a:lvl2pPr indent="-342900" lvl="1" marL="914400" algn="l">
              <a:lnSpc>
                <a:spcPct val="110000"/>
              </a:lnSpc>
              <a:spcBef>
                <a:spcPts val="80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sp>
        <p:nvSpPr>
          <p:cNvPr id="881" name="Google Shape;881;p26"/>
          <p:cNvSpPr/>
          <p:nvPr>
            <p:ph idx="2" type="pic"/>
          </p:nvPr>
        </p:nvSpPr>
        <p:spPr>
          <a:xfrm>
            <a:off x="0" y="1628775"/>
            <a:ext cx="9144000" cy="5229226"/>
          </a:xfrm>
          <a:prstGeom prst="rect">
            <a:avLst/>
          </a:prstGeom>
          <a:solidFill>
            <a:srgbClr val="F2F2F2"/>
          </a:solidFill>
          <a:ln>
            <a:noFill/>
          </a:ln>
        </p:spPr>
      </p:sp>
      <p:sp>
        <p:nvSpPr>
          <p:cNvPr id="882" name="Google Shape;882;p26"/>
          <p:cNvSpPr/>
          <p:nvPr/>
        </p:nvSpPr>
        <p:spPr>
          <a:xfrm>
            <a:off x="388800" y="1196733"/>
            <a:ext cx="8757047" cy="72000"/>
          </a:xfrm>
          <a:prstGeom prst="rect">
            <a:avLst/>
          </a:prstGeom>
          <a:solidFill>
            <a:srgbClr val="2661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883" name="Google Shape;883;p26"/>
          <p:cNvSpPr txBox="1"/>
          <p:nvPr>
            <p:ph idx="3" type="body"/>
          </p:nvPr>
        </p:nvSpPr>
        <p:spPr>
          <a:xfrm>
            <a:off x="388738" y="2843231"/>
            <a:ext cx="8368309" cy="1171539"/>
          </a:xfrm>
          <a:prstGeom prst="rect">
            <a:avLst/>
          </a:prstGeom>
          <a:noFill/>
          <a:ln>
            <a:noFill/>
          </a:ln>
        </p:spPr>
        <p:txBody>
          <a:bodyPr anchorCtr="0" anchor="ctr" bIns="0" lIns="0" spcFirstLastPara="1" rIns="360000" wrap="square" tIns="0">
            <a:spAutoFit/>
          </a:bodyPr>
          <a:lstStyle>
            <a:lvl1pPr indent="-228600" lvl="0" marL="457200" algn="l">
              <a:lnSpc>
                <a:spcPct val="110000"/>
              </a:lnSpc>
              <a:spcBef>
                <a:spcPts val="0"/>
              </a:spcBef>
              <a:spcAft>
                <a:spcPts val="0"/>
              </a:spcAft>
              <a:buClr>
                <a:schemeClr val="lt1"/>
              </a:buClr>
              <a:buSzPts val="3600"/>
              <a:buNone/>
              <a:defRPr b="1" sz="3600">
                <a:latin typeface="Arial"/>
                <a:ea typeface="Arial"/>
                <a:cs typeface="Arial"/>
                <a:sym typeface="Arial"/>
              </a:defRPr>
            </a:lvl1pPr>
            <a:lvl2pPr indent="-342900" lvl="1" marL="914400" algn="l">
              <a:lnSpc>
                <a:spcPct val="110000"/>
              </a:lnSpc>
              <a:spcBef>
                <a:spcPts val="0"/>
              </a:spcBef>
              <a:spcAft>
                <a:spcPts val="0"/>
              </a:spcAft>
              <a:buSzPts val="1800"/>
              <a:buChar char="−"/>
              <a:defRPr/>
            </a:lvl2pPr>
            <a:lvl3pPr indent="-342900" lvl="2" marL="1371600" algn="l">
              <a:lnSpc>
                <a:spcPct val="110000"/>
              </a:lnSpc>
              <a:spcBef>
                <a:spcPts val="800"/>
              </a:spcBef>
              <a:spcAft>
                <a:spcPts val="0"/>
              </a:spcAft>
              <a:buSzPts val="1800"/>
              <a:buChar char="−"/>
              <a:defRPr/>
            </a:lvl3pPr>
            <a:lvl4pPr indent="-342900" lvl="3" marL="1828800" algn="l">
              <a:lnSpc>
                <a:spcPct val="110000"/>
              </a:lnSpc>
              <a:spcBef>
                <a:spcPts val="800"/>
              </a:spcBef>
              <a:spcAft>
                <a:spcPts val="0"/>
              </a:spcAft>
              <a:buSzPts val="1800"/>
              <a:buChar char="−"/>
              <a:defRPr/>
            </a:lvl4pPr>
            <a:lvl5pPr indent="-342900" lvl="4" marL="2286000" algn="l">
              <a:lnSpc>
                <a:spcPct val="110000"/>
              </a:lnSpc>
              <a:spcBef>
                <a:spcPts val="800"/>
              </a:spcBef>
              <a:spcAft>
                <a:spcPts val="0"/>
              </a:spcAft>
              <a:buSzPts val="1800"/>
              <a:buChar char="−"/>
              <a:defRPr/>
            </a:lvl5pPr>
            <a:lvl6pPr indent="-342900" lvl="5" marL="2743200" algn="l">
              <a:lnSpc>
                <a:spcPct val="110000"/>
              </a:lnSpc>
              <a:spcBef>
                <a:spcPts val="800"/>
              </a:spcBef>
              <a:spcAft>
                <a:spcPts val="0"/>
              </a:spcAft>
              <a:buSzPts val="1800"/>
              <a:buChar char="−"/>
              <a:defRPr/>
            </a:lvl6pPr>
            <a:lvl7pPr indent="-342900" lvl="6" marL="3200400" algn="l">
              <a:lnSpc>
                <a:spcPct val="110000"/>
              </a:lnSpc>
              <a:spcBef>
                <a:spcPts val="800"/>
              </a:spcBef>
              <a:spcAft>
                <a:spcPts val="0"/>
              </a:spcAft>
              <a:buSzPts val="1800"/>
              <a:buChar char="−"/>
              <a:defRPr/>
            </a:lvl7pPr>
            <a:lvl8pPr indent="-342900" lvl="7" marL="3657600" algn="l">
              <a:lnSpc>
                <a:spcPct val="110000"/>
              </a:lnSpc>
              <a:spcBef>
                <a:spcPts val="800"/>
              </a:spcBef>
              <a:spcAft>
                <a:spcPts val="0"/>
              </a:spcAft>
              <a:buSzPts val="1800"/>
              <a:buChar char="−"/>
              <a:defRPr/>
            </a:lvl8pPr>
            <a:lvl9pPr indent="-342900" lvl="8" marL="4114800" algn="l">
              <a:lnSpc>
                <a:spcPct val="110000"/>
              </a:lnSpc>
              <a:spcBef>
                <a:spcPts val="800"/>
              </a:spcBef>
              <a:spcAft>
                <a:spcPts val="800"/>
              </a:spcAft>
              <a:buSzPts val="1800"/>
              <a:buChar char="−"/>
              <a:defRPr/>
            </a:lvl9pPr>
          </a:lstStyle>
          <a:p/>
        </p:txBody>
      </p:sp>
      <p:grpSp>
        <p:nvGrpSpPr>
          <p:cNvPr id="884" name="Google Shape;884;p26"/>
          <p:cNvGrpSpPr/>
          <p:nvPr/>
        </p:nvGrpSpPr>
        <p:grpSpPr>
          <a:xfrm>
            <a:off x="-292893" y="160153"/>
            <a:ext cx="250031" cy="136812"/>
            <a:chOff x="-133350" y="2711163"/>
            <a:chExt cx="333375" cy="136812"/>
          </a:xfrm>
        </p:grpSpPr>
        <p:cxnSp>
          <p:nvCxnSpPr>
            <p:cNvPr id="885" name="Google Shape;885;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86" name="Google Shape;886;p26"/>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887" name="Google Shape;887;p26"/>
          <p:cNvGrpSpPr/>
          <p:nvPr/>
        </p:nvGrpSpPr>
        <p:grpSpPr>
          <a:xfrm>
            <a:off x="-292893" y="1131703"/>
            <a:ext cx="250031" cy="136812"/>
            <a:chOff x="-133350" y="2711163"/>
            <a:chExt cx="333375" cy="136812"/>
          </a:xfrm>
        </p:grpSpPr>
        <p:cxnSp>
          <p:nvCxnSpPr>
            <p:cNvPr id="888" name="Google Shape;888;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89" name="Google Shape;889;p26"/>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890" name="Google Shape;890;p26"/>
          <p:cNvGrpSpPr/>
          <p:nvPr/>
        </p:nvGrpSpPr>
        <p:grpSpPr>
          <a:xfrm>
            <a:off x="-292893" y="1491963"/>
            <a:ext cx="250031" cy="136812"/>
            <a:chOff x="-133350" y="2711163"/>
            <a:chExt cx="333375" cy="136812"/>
          </a:xfrm>
        </p:grpSpPr>
        <p:cxnSp>
          <p:nvCxnSpPr>
            <p:cNvPr id="891" name="Google Shape;891;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92" name="Google Shape;892;p26"/>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893" name="Google Shape;893;p26"/>
          <p:cNvGrpSpPr/>
          <p:nvPr/>
        </p:nvGrpSpPr>
        <p:grpSpPr>
          <a:xfrm>
            <a:off x="-292893" y="3292188"/>
            <a:ext cx="250031" cy="136812"/>
            <a:chOff x="-133350" y="2711163"/>
            <a:chExt cx="333375" cy="136812"/>
          </a:xfrm>
        </p:grpSpPr>
        <p:cxnSp>
          <p:nvCxnSpPr>
            <p:cNvPr id="894" name="Google Shape;894;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95" name="Google Shape;895;p26"/>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896" name="Google Shape;896;p26"/>
          <p:cNvGrpSpPr/>
          <p:nvPr/>
        </p:nvGrpSpPr>
        <p:grpSpPr>
          <a:xfrm>
            <a:off x="-292893" y="6063963"/>
            <a:ext cx="250031" cy="136812"/>
            <a:chOff x="-133350" y="2711163"/>
            <a:chExt cx="333375" cy="136812"/>
          </a:xfrm>
        </p:grpSpPr>
        <p:cxnSp>
          <p:nvCxnSpPr>
            <p:cNvPr id="897" name="Google Shape;897;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898" name="Google Shape;898;p26"/>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899" name="Google Shape;899;p26"/>
          <p:cNvGrpSpPr/>
          <p:nvPr/>
        </p:nvGrpSpPr>
        <p:grpSpPr>
          <a:xfrm>
            <a:off x="-292893" y="6495763"/>
            <a:ext cx="250031" cy="136812"/>
            <a:chOff x="-133350" y="2711163"/>
            <a:chExt cx="333375" cy="136812"/>
          </a:xfrm>
        </p:grpSpPr>
        <p:cxnSp>
          <p:nvCxnSpPr>
            <p:cNvPr id="900" name="Google Shape;900;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901" name="Google Shape;901;p26"/>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902" name="Google Shape;902;p26"/>
          <p:cNvGrpSpPr/>
          <p:nvPr/>
        </p:nvGrpSpPr>
        <p:grpSpPr>
          <a:xfrm rot="-5400000">
            <a:off x="169567" y="-282035"/>
            <a:ext cx="333375" cy="102606"/>
            <a:chOff x="-133350" y="2711167"/>
            <a:chExt cx="333375" cy="136808"/>
          </a:xfrm>
        </p:grpSpPr>
        <p:cxnSp>
          <p:nvCxnSpPr>
            <p:cNvPr id="903" name="Google Shape;903;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904" name="Google Shape;904;p26"/>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905" name="Google Shape;905;p26"/>
          <p:cNvGrpSpPr/>
          <p:nvPr/>
        </p:nvGrpSpPr>
        <p:grpSpPr>
          <a:xfrm rot="-5400000">
            <a:off x="4273057" y="-282036"/>
            <a:ext cx="333375" cy="102603"/>
            <a:chOff x="-133350" y="2711171"/>
            <a:chExt cx="333375" cy="136804"/>
          </a:xfrm>
        </p:grpSpPr>
        <p:cxnSp>
          <p:nvCxnSpPr>
            <p:cNvPr id="906" name="Google Shape;906;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907" name="Google Shape;907;p26"/>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908" name="Google Shape;908;p26"/>
          <p:cNvGrpSpPr/>
          <p:nvPr/>
        </p:nvGrpSpPr>
        <p:grpSpPr>
          <a:xfrm>
            <a:off x="4652949" y="-397423"/>
            <a:ext cx="93680" cy="333375"/>
            <a:chOff x="6416680" y="-397423"/>
            <a:chExt cx="124907" cy="333375"/>
          </a:xfrm>
        </p:grpSpPr>
        <p:cxnSp>
          <p:nvCxnSpPr>
            <p:cNvPr id="909" name="Google Shape;909;p26"/>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910" name="Google Shape;910;p26"/>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911" name="Google Shape;911;p26"/>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912" name="Google Shape;912;p26"/>
          <p:cNvGrpSpPr/>
          <p:nvPr/>
        </p:nvGrpSpPr>
        <p:grpSpPr>
          <a:xfrm rot="-5400000">
            <a:off x="8543829" y="-282039"/>
            <a:ext cx="333375" cy="102600"/>
            <a:chOff x="-133350" y="2711175"/>
            <a:chExt cx="333375" cy="136800"/>
          </a:xfrm>
        </p:grpSpPr>
        <p:cxnSp>
          <p:nvCxnSpPr>
            <p:cNvPr id="913" name="Google Shape;913;p2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914" name="Google Shape;914;p26"/>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915" name="Google Shape;915;p26"/>
          <p:cNvSpPr/>
          <p:nvPr/>
        </p:nvSpPr>
        <p:spPr>
          <a:xfrm>
            <a:off x="7352747" y="300703"/>
            <a:ext cx="1403903" cy="535987"/>
          </a:xfrm>
          <a:custGeom>
            <a:rect b="b" l="l" r="r" t="t"/>
            <a:pathLst>
              <a:path extrusionOk="0" h="556225" w="1456912">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916" name="Google Shape;916;p26"/>
          <p:cNvGrpSpPr/>
          <p:nvPr/>
        </p:nvGrpSpPr>
        <p:grpSpPr>
          <a:xfrm>
            <a:off x="387350" y="293688"/>
            <a:ext cx="2623087" cy="328167"/>
            <a:chOff x="2178367" y="2525076"/>
            <a:chExt cx="7773351" cy="972503"/>
          </a:xfrm>
        </p:grpSpPr>
        <p:sp>
          <p:nvSpPr>
            <p:cNvPr id="917" name="Google Shape;917;p26"/>
            <p:cNvSpPr/>
            <p:nvPr/>
          </p:nvSpPr>
          <p:spPr>
            <a:xfrm>
              <a:off x="2178367" y="2545079"/>
              <a:ext cx="232409" cy="369569"/>
            </a:xfrm>
            <a:custGeom>
              <a:rect b="b" l="l" r="r" t="t"/>
              <a:pathLst>
                <a:path extrusionOk="0" h="369569" w="232409">
                  <a:moveTo>
                    <a:pt x="232410" y="60960"/>
                  </a:moveTo>
                  <a:lnTo>
                    <a:pt x="65722" y="60960"/>
                  </a:lnTo>
                  <a:lnTo>
                    <a:pt x="65722" y="152400"/>
                  </a:lnTo>
                  <a:lnTo>
                    <a:pt x="189547" y="152400"/>
                  </a:lnTo>
                  <a:lnTo>
                    <a:pt x="189547" y="212408"/>
                  </a:lnTo>
                  <a:lnTo>
                    <a:pt x="65722" y="212408"/>
                  </a:lnTo>
                  <a:lnTo>
                    <a:pt x="65722" y="369570"/>
                  </a:lnTo>
                  <a:lnTo>
                    <a:pt x="0" y="369570"/>
                  </a:lnTo>
                  <a:lnTo>
                    <a:pt x="0" y="0"/>
                  </a:lnTo>
                  <a:lnTo>
                    <a:pt x="231458" y="0"/>
                  </a:lnTo>
                  <a:lnTo>
                    <a:pt x="231458" y="6096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918" name="Google Shape;918;p26"/>
            <p:cNvSpPr/>
            <p:nvPr/>
          </p:nvSpPr>
          <p:spPr>
            <a:xfrm>
              <a:off x="2446972"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919" name="Google Shape;919;p26"/>
            <p:cNvSpPr/>
            <p:nvPr/>
          </p:nvSpPr>
          <p:spPr>
            <a:xfrm>
              <a:off x="2651759"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20" name="Google Shape;920;p26"/>
            <p:cNvSpPr/>
            <p:nvPr/>
          </p:nvSpPr>
          <p:spPr>
            <a:xfrm>
              <a:off x="2787966" y="2641281"/>
              <a:ext cx="242887" cy="279082"/>
            </a:xfrm>
            <a:custGeom>
              <a:rect b="b" l="l" r="r" t="t"/>
              <a:pathLst>
                <a:path extrusionOk="0" h="279082" w="242887">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921" name="Google Shape;921;p26"/>
            <p:cNvSpPr/>
            <p:nvPr/>
          </p:nvSpPr>
          <p:spPr>
            <a:xfrm>
              <a:off x="3086099" y="2525076"/>
              <a:ext cx="248602" cy="396239"/>
            </a:xfrm>
            <a:custGeom>
              <a:rect b="b" l="l" r="r" t="t"/>
              <a:pathLst>
                <a:path extrusionOk="0" h="396239" w="248602">
                  <a:moveTo>
                    <a:pt x="0" y="255270"/>
                  </a:moveTo>
                  <a:cubicBezTo>
                    <a:pt x="0" y="169545"/>
                    <a:pt x="43815" y="116205"/>
                    <a:pt x="108585" y="116205"/>
                  </a:cubicBezTo>
                  <a:cubicBezTo>
                    <a:pt x="141922" y="116205"/>
                    <a:pt x="168592" y="130493"/>
                    <a:pt x="185738" y="152400"/>
                  </a:cubicBezTo>
                  <a:lnTo>
                    <a:pt x="186690" y="152400"/>
                  </a:lnTo>
                  <a:lnTo>
                    <a:pt x="186690" y="15240"/>
                  </a:lnTo>
                  <a:lnTo>
                    <a:pt x="248603" y="0"/>
                  </a:lnTo>
                  <a:lnTo>
                    <a:pt x="248603"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922" name="Google Shape;922;p26"/>
            <p:cNvSpPr/>
            <p:nvPr/>
          </p:nvSpPr>
          <p:spPr>
            <a:xfrm>
              <a:off x="3417569" y="2641039"/>
              <a:ext cx="160020" cy="272657"/>
            </a:xfrm>
            <a:custGeom>
              <a:rect b="b" l="l" r="r" t="t"/>
              <a:pathLst>
                <a:path extrusionOk="0" h="272657" w="16002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41E42"/>
                </a:solidFill>
                <a:latin typeface="Arial"/>
                <a:ea typeface="Arial"/>
                <a:cs typeface="Arial"/>
                <a:sym typeface="Arial"/>
              </a:endParaRPr>
            </a:p>
          </p:txBody>
        </p:sp>
        <p:sp>
          <p:nvSpPr>
            <p:cNvPr id="923" name="Google Shape;923;p26"/>
            <p:cNvSpPr/>
            <p:nvPr/>
          </p:nvSpPr>
          <p:spPr>
            <a:xfrm>
              <a:off x="3622357" y="2528887"/>
              <a:ext cx="79057" cy="384810"/>
            </a:xfrm>
            <a:custGeom>
              <a:rect b="b" l="l" r="r" t="t"/>
              <a:pathLst>
                <a:path extrusionOk="0" h="384810" w="79057">
                  <a:moveTo>
                    <a:pt x="79058" y="38100"/>
                  </a:moveTo>
                  <a:cubicBezTo>
                    <a:pt x="79058" y="60007"/>
                    <a:pt x="60960" y="76200"/>
                    <a:pt x="39052" y="76200"/>
                  </a:cubicBezTo>
                  <a:cubicBezTo>
                    <a:pt x="17145" y="76200"/>
                    <a:pt x="0" y="60960"/>
                    <a:pt x="0" y="38100"/>
                  </a:cubicBezTo>
                  <a:cubicBezTo>
                    <a:pt x="0" y="16193"/>
                    <a:pt x="18097" y="0"/>
                    <a:pt x="39052" y="0"/>
                  </a:cubicBezTo>
                  <a:cubicBezTo>
                    <a:pt x="60960" y="0"/>
                    <a:pt x="79058" y="16193"/>
                    <a:pt x="79058"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24" name="Google Shape;924;p26"/>
            <p:cNvSpPr/>
            <p:nvPr/>
          </p:nvSpPr>
          <p:spPr>
            <a:xfrm>
              <a:off x="3759516" y="2640329"/>
              <a:ext cx="224790" cy="280034"/>
            </a:xfrm>
            <a:custGeom>
              <a:rect b="b" l="l" r="r" t="t"/>
              <a:pathLst>
                <a:path extrusionOk="0" h="280034" w="22479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25" name="Google Shape;925;p26"/>
            <p:cNvSpPr/>
            <p:nvPr/>
          </p:nvSpPr>
          <p:spPr>
            <a:xfrm>
              <a:off x="4038599" y="2525076"/>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26" name="Google Shape;926;p26"/>
            <p:cNvSpPr/>
            <p:nvPr/>
          </p:nvSpPr>
          <p:spPr>
            <a:xfrm>
              <a:off x="4338637" y="2721291"/>
              <a:ext cx="130492" cy="59055"/>
            </a:xfrm>
            <a:custGeom>
              <a:rect b="b" l="l" r="r" t="t"/>
              <a:pathLst>
                <a:path extrusionOk="0" h="59055" w="130492">
                  <a:moveTo>
                    <a:pt x="130493" y="59055"/>
                  </a:moveTo>
                  <a:lnTo>
                    <a:pt x="0" y="59055"/>
                  </a:lnTo>
                  <a:lnTo>
                    <a:pt x="0" y="0"/>
                  </a:lnTo>
                  <a:lnTo>
                    <a:pt x="130493" y="0"/>
                  </a:lnTo>
                  <a:lnTo>
                    <a:pt x="130493"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27" name="Google Shape;927;p26"/>
            <p:cNvSpPr/>
            <p:nvPr/>
          </p:nvSpPr>
          <p:spPr>
            <a:xfrm>
              <a:off x="4502467" y="2545079"/>
              <a:ext cx="342900" cy="368617"/>
            </a:xfrm>
            <a:custGeom>
              <a:rect b="b" l="l" r="r" t="t"/>
              <a:pathLst>
                <a:path extrusionOk="0" h="368617" w="342900">
                  <a:moveTo>
                    <a:pt x="136207" y="0"/>
                  </a:moveTo>
                  <a:lnTo>
                    <a:pt x="205740" y="0"/>
                  </a:lnTo>
                  <a:lnTo>
                    <a:pt x="342900" y="368618"/>
                  </a:lnTo>
                  <a:lnTo>
                    <a:pt x="271463" y="368618"/>
                  </a:lnTo>
                  <a:lnTo>
                    <a:pt x="244792" y="290512"/>
                  </a:lnTo>
                  <a:lnTo>
                    <a:pt x="96202" y="290512"/>
                  </a:lnTo>
                  <a:lnTo>
                    <a:pt x="69532" y="368618"/>
                  </a:lnTo>
                  <a:lnTo>
                    <a:pt x="0" y="368618"/>
                  </a:lnTo>
                  <a:lnTo>
                    <a:pt x="136207" y="0"/>
                  </a:lnTo>
                  <a:close/>
                  <a:moveTo>
                    <a:pt x="116205" y="231458"/>
                  </a:moveTo>
                  <a:lnTo>
                    <a:pt x="223838" y="231458"/>
                  </a:lnTo>
                  <a:lnTo>
                    <a:pt x="170497" y="75247"/>
                  </a:lnTo>
                  <a:lnTo>
                    <a:pt x="169545" y="75247"/>
                  </a:lnTo>
                  <a:lnTo>
                    <a:pt x="116205" y="231458"/>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28" name="Google Shape;928;p26"/>
            <p:cNvSpPr/>
            <p:nvPr/>
          </p:nvSpPr>
          <p:spPr>
            <a:xfrm>
              <a:off x="4900612" y="2525076"/>
              <a:ext cx="61912" cy="388620"/>
            </a:xfrm>
            <a:custGeom>
              <a:rect b="b" l="l" r="r" t="t"/>
              <a:pathLst>
                <a:path extrusionOk="0" h="388620" w="61912">
                  <a:moveTo>
                    <a:pt x="61913" y="388620"/>
                  </a:moveTo>
                  <a:lnTo>
                    <a:pt x="0" y="388620"/>
                  </a:lnTo>
                  <a:lnTo>
                    <a:pt x="0" y="14288"/>
                  </a:lnTo>
                  <a:lnTo>
                    <a:pt x="61913" y="0"/>
                  </a:lnTo>
                  <a:lnTo>
                    <a:pt x="61913" y="3886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29" name="Google Shape;929;p26"/>
            <p:cNvSpPr/>
            <p:nvPr/>
          </p:nvSpPr>
          <p:spPr>
            <a:xfrm>
              <a:off x="502919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0" name="Google Shape;930;p26"/>
            <p:cNvSpPr/>
            <p:nvPr/>
          </p:nvSpPr>
          <p:spPr>
            <a:xfrm>
              <a:off x="5306377" y="2646997"/>
              <a:ext cx="255269" cy="266700"/>
            </a:xfrm>
            <a:custGeom>
              <a:rect b="b" l="l" r="r" t="t"/>
              <a:pathLst>
                <a:path extrusionOk="0" h="266700" w="255269">
                  <a:moveTo>
                    <a:pt x="255270" y="266700"/>
                  </a:moveTo>
                  <a:lnTo>
                    <a:pt x="183832" y="266700"/>
                  </a:lnTo>
                  <a:lnTo>
                    <a:pt x="126682" y="174307"/>
                  </a:lnTo>
                  <a:lnTo>
                    <a:pt x="125730" y="174307"/>
                  </a:lnTo>
                  <a:lnTo>
                    <a:pt x="70485" y="266700"/>
                  </a:lnTo>
                  <a:lnTo>
                    <a:pt x="0" y="266700"/>
                  </a:lnTo>
                  <a:lnTo>
                    <a:pt x="91440" y="128588"/>
                  </a:lnTo>
                  <a:lnTo>
                    <a:pt x="6667" y="0"/>
                  </a:lnTo>
                  <a:lnTo>
                    <a:pt x="77153" y="0"/>
                  </a:lnTo>
                  <a:lnTo>
                    <a:pt x="127635" y="81915"/>
                  </a:lnTo>
                  <a:lnTo>
                    <a:pt x="128588" y="81915"/>
                  </a:lnTo>
                  <a:lnTo>
                    <a:pt x="178117" y="0"/>
                  </a:lnTo>
                  <a:lnTo>
                    <a:pt x="247650" y="0"/>
                  </a:lnTo>
                  <a:lnTo>
                    <a:pt x="163830" y="127635"/>
                  </a:lnTo>
                  <a:lnTo>
                    <a:pt x="255270" y="26670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1" name="Google Shape;931;p26"/>
            <p:cNvSpPr/>
            <p:nvPr/>
          </p:nvSpPr>
          <p:spPr>
            <a:xfrm>
              <a:off x="5594967" y="2641281"/>
              <a:ext cx="225759" cy="279082"/>
            </a:xfrm>
            <a:custGeom>
              <a:rect b="b" l="l" r="r" t="t"/>
              <a:pathLst>
                <a:path extrusionOk="0" h="279082" w="225759">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5735"/>
                    <a:pt x="59072" y="193358"/>
                  </a:cubicBezTo>
                  <a:cubicBezTo>
                    <a:pt x="59072" y="217170"/>
                    <a:pt x="76217" y="232410"/>
                    <a:pt x="103839" y="23241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2" name="Google Shape;932;p26"/>
            <p:cNvSpPr/>
            <p:nvPr/>
          </p:nvSpPr>
          <p:spPr>
            <a:xfrm>
              <a:off x="5900737"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3" name="Google Shape;933;p26"/>
            <p:cNvSpPr/>
            <p:nvPr/>
          </p:nvSpPr>
          <p:spPr>
            <a:xfrm>
              <a:off x="6195059" y="2525076"/>
              <a:ext cx="248602" cy="396239"/>
            </a:xfrm>
            <a:custGeom>
              <a:rect b="b" l="l" r="r" t="t"/>
              <a:pathLst>
                <a:path extrusionOk="0" h="396239" w="248602">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4" name="Google Shape;934;p26"/>
            <p:cNvSpPr/>
            <p:nvPr/>
          </p:nvSpPr>
          <p:spPr>
            <a:xfrm>
              <a:off x="6511289" y="2641281"/>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7" y="53340"/>
                    <a:pt x="242887" y="135255"/>
                  </a:cubicBezTo>
                  <a:cubicBezTo>
                    <a:pt x="242887" y="143828"/>
                    <a:pt x="241935" y="153353"/>
                    <a:pt x="241935" y="160972"/>
                  </a:cubicBezTo>
                  <a:lnTo>
                    <a:pt x="62865" y="160972"/>
                  </a:lnTo>
                  <a:cubicBezTo>
                    <a:pt x="69532" y="201930"/>
                    <a:pt x="94297" y="225743"/>
                    <a:pt x="132397" y="225743"/>
                  </a:cubicBezTo>
                  <a:cubicBezTo>
                    <a:pt x="157162" y="225743"/>
                    <a:pt x="177165" y="216218"/>
                    <a:pt x="198120" y="194310"/>
                  </a:cubicBezTo>
                  <a:lnTo>
                    <a:pt x="237172" y="235268"/>
                  </a:lnTo>
                  <a:cubicBezTo>
                    <a:pt x="206692" y="264795"/>
                    <a:pt x="172403" y="279083"/>
                    <a:pt x="132397" y="279083"/>
                  </a:cubicBezTo>
                  <a:close/>
                  <a:moveTo>
                    <a:pt x="62865" y="115253"/>
                  </a:moveTo>
                  <a:lnTo>
                    <a:pt x="183833" y="115253"/>
                  </a:lnTo>
                  <a:cubicBezTo>
                    <a:pt x="180975" y="74295"/>
                    <a:pt x="160020" y="50482"/>
                    <a:pt x="124778" y="50482"/>
                  </a:cubicBezTo>
                  <a:cubicBezTo>
                    <a:pt x="90488" y="50482"/>
                    <a:pt x="67628"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5" name="Google Shape;935;p26"/>
            <p:cNvSpPr/>
            <p:nvPr/>
          </p:nvSpPr>
          <p:spPr>
            <a:xfrm>
              <a:off x="6824662" y="2641039"/>
              <a:ext cx="160019" cy="272657"/>
            </a:xfrm>
            <a:custGeom>
              <a:rect b="b" l="l" r="r" t="t"/>
              <a:pathLst>
                <a:path extrusionOk="0" h="272657" w="160019">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6" name="Google Shape;936;p26"/>
            <p:cNvSpPr/>
            <p:nvPr/>
          </p:nvSpPr>
          <p:spPr>
            <a:xfrm>
              <a:off x="7023734" y="2721291"/>
              <a:ext cx="130492" cy="59055"/>
            </a:xfrm>
            <a:custGeom>
              <a:rect b="b" l="l" r="r" t="t"/>
              <a:pathLst>
                <a:path extrusionOk="0" h="59055" w="130492">
                  <a:moveTo>
                    <a:pt x="130492" y="59055"/>
                  </a:moveTo>
                  <a:lnTo>
                    <a:pt x="0" y="59055"/>
                  </a:lnTo>
                  <a:lnTo>
                    <a:pt x="0" y="0"/>
                  </a:lnTo>
                  <a:lnTo>
                    <a:pt x="130492" y="0"/>
                  </a:lnTo>
                  <a:lnTo>
                    <a:pt x="130492" y="5905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7" name="Google Shape;937;p26"/>
            <p:cNvSpPr/>
            <p:nvPr/>
          </p:nvSpPr>
          <p:spPr>
            <a:xfrm>
              <a:off x="7233284" y="2545079"/>
              <a:ext cx="288607" cy="375284"/>
            </a:xfrm>
            <a:custGeom>
              <a:rect b="b" l="l" r="r" t="t"/>
              <a:pathLst>
                <a:path extrusionOk="0" h="375284" w="288607">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8" name="Google Shape;938;p26"/>
            <p:cNvSpPr/>
            <p:nvPr/>
          </p:nvSpPr>
          <p:spPr>
            <a:xfrm>
              <a:off x="7605712" y="2641281"/>
              <a:ext cx="228600" cy="273367"/>
            </a:xfrm>
            <a:custGeom>
              <a:rect b="b" l="l" r="r" t="t"/>
              <a:pathLst>
                <a:path extrusionOk="0" h="273367" w="228600">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39" name="Google Shape;939;p26"/>
            <p:cNvSpPr/>
            <p:nvPr/>
          </p:nvSpPr>
          <p:spPr>
            <a:xfrm>
              <a:off x="790479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4810"/>
                  </a:moveTo>
                  <a:lnTo>
                    <a:pt x="8572" y="384810"/>
                  </a:lnTo>
                  <a:lnTo>
                    <a:pt x="8572"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0" name="Google Shape;940;p26"/>
            <p:cNvSpPr/>
            <p:nvPr/>
          </p:nvSpPr>
          <p:spPr>
            <a:xfrm>
              <a:off x="8027669" y="2647949"/>
              <a:ext cx="259080" cy="266700"/>
            </a:xfrm>
            <a:custGeom>
              <a:rect b="b" l="l" r="r" t="t"/>
              <a:pathLst>
                <a:path extrusionOk="0" h="266700" w="25908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1" name="Google Shape;941;p26"/>
            <p:cNvSpPr/>
            <p:nvPr/>
          </p:nvSpPr>
          <p:spPr>
            <a:xfrm>
              <a:off x="8315324" y="2641281"/>
              <a:ext cx="242887" cy="279082"/>
            </a:xfrm>
            <a:custGeom>
              <a:rect b="b" l="l" r="r" t="t"/>
              <a:pathLst>
                <a:path extrusionOk="0" h="279082" w="242887">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2" y="115253"/>
                  </a:lnTo>
                  <a:cubicBezTo>
                    <a:pt x="180975" y="74295"/>
                    <a:pt x="160020" y="50482"/>
                    <a:pt x="124777" y="50482"/>
                  </a:cubicBezTo>
                  <a:cubicBezTo>
                    <a:pt x="90488" y="50482"/>
                    <a:pt x="68580" y="74295"/>
                    <a:pt x="62865" y="115253"/>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2" name="Google Shape;942;p26"/>
            <p:cNvSpPr/>
            <p:nvPr/>
          </p:nvSpPr>
          <p:spPr>
            <a:xfrm>
              <a:off x="8628697" y="2641039"/>
              <a:ext cx="160019" cy="272657"/>
            </a:xfrm>
            <a:custGeom>
              <a:rect b="b" l="l" r="r" t="t"/>
              <a:pathLst>
                <a:path extrusionOk="0" h="272657" w="160019">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3" name="Google Shape;943;p26"/>
            <p:cNvSpPr/>
            <p:nvPr/>
          </p:nvSpPr>
          <p:spPr>
            <a:xfrm>
              <a:off x="8818244" y="2640329"/>
              <a:ext cx="205740" cy="280034"/>
            </a:xfrm>
            <a:custGeom>
              <a:rect b="b" l="l" r="r" t="t"/>
              <a:pathLst>
                <a:path extrusionOk="0" h="280034" w="205740">
                  <a:moveTo>
                    <a:pt x="29528" y="198120"/>
                  </a:moveTo>
                  <a:cubicBezTo>
                    <a:pt x="56198" y="218122"/>
                    <a:pt x="80963" y="227647"/>
                    <a:pt x="104775" y="227647"/>
                  </a:cubicBezTo>
                  <a:cubicBezTo>
                    <a:pt x="127635" y="227647"/>
                    <a:pt x="143828" y="217170"/>
                    <a:pt x="143828" y="200978"/>
                  </a:cubicBezTo>
                  <a:cubicBezTo>
                    <a:pt x="143828" y="155258"/>
                    <a:pt x="10478" y="171450"/>
                    <a:pt x="10478" y="82868"/>
                  </a:cubicBezTo>
                  <a:cubicBezTo>
                    <a:pt x="10478" y="33338"/>
                    <a:pt x="51435" y="0"/>
                    <a:pt x="111443" y="0"/>
                  </a:cubicBezTo>
                  <a:cubicBezTo>
                    <a:pt x="143828"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8" y="280035"/>
                    <a:pt x="31432" y="268605"/>
                    <a:pt x="0" y="247650"/>
                  </a:cubicBezTo>
                  <a:lnTo>
                    <a:pt x="29528" y="19812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4" name="Google Shape;944;p26"/>
            <p:cNvSpPr/>
            <p:nvPr/>
          </p:nvSpPr>
          <p:spPr>
            <a:xfrm>
              <a:off x="9082087" y="2528887"/>
              <a:ext cx="79057" cy="384810"/>
            </a:xfrm>
            <a:custGeom>
              <a:rect b="b" l="l" r="r" t="t"/>
              <a:pathLst>
                <a:path extrusionOk="0" h="384810" w="79057">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5" name="Google Shape;945;p26"/>
            <p:cNvSpPr/>
            <p:nvPr/>
          </p:nvSpPr>
          <p:spPr>
            <a:xfrm>
              <a:off x="9205912"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6" name="Google Shape;946;p26"/>
            <p:cNvSpPr/>
            <p:nvPr/>
          </p:nvSpPr>
          <p:spPr>
            <a:xfrm>
              <a:off x="9420224" y="2533649"/>
              <a:ext cx="225742" cy="386714"/>
            </a:xfrm>
            <a:custGeom>
              <a:rect b="b" l="l" r="r" t="t"/>
              <a:pathLst>
                <a:path extrusionOk="0" h="386714" w="225742">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2" y="340042"/>
                    <a:pt x="147638" y="328613"/>
                    <a:pt x="164782" y="307658"/>
                  </a:cubicBezTo>
                  <a:lnTo>
                    <a:pt x="164782" y="261938"/>
                  </a:lnTo>
                  <a:cubicBezTo>
                    <a:pt x="150495" y="258127"/>
                    <a:pt x="135255" y="257175"/>
                    <a:pt x="120968" y="257175"/>
                  </a:cubicBezTo>
                  <a:cubicBezTo>
                    <a:pt x="81915" y="257175"/>
                    <a:pt x="59055" y="273367"/>
                    <a:pt x="59055" y="300990"/>
                  </a:cubicBezTo>
                  <a:cubicBezTo>
                    <a:pt x="59055" y="324803"/>
                    <a:pt x="77152" y="340042"/>
                    <a:pt x="103823" y="340042"/>
                  </a:cubicBezTo>
                  <a:close/>
                  <a:moveTo>
                    <a:pt x="172402" y="72390"/>
                  </a:moveTo>
                  <a:cubicBezTo>
                    <a:pt x="152400" y="72390"/>
                    <a:pt x="135255" y="55245"/>
                    <a:pt x="135255" y="36195"/>
                  </a:cubicBezTo>
                  <a:cubicBezTo>
                    <a:pt x="135255" y="17145"/>
                    <a:pt x="152400" y="0"/>
                    <a:pt x="172402" y="0"/>
                  </a:cubicBezTo>
                  <a:cubicBezTo>
                    <a:pt x="192405" y="0"/>
                    <a:pt x="209550" y="17145"/>
                    <a:pt x="209550" y="36195"/>
                  </a:cubicBezTo>
                  <a:cubicBezTo>
                    <a:pt x="209550" y="56198"/>
                    <a:pt x="192405" y="72390"/>
                    <a:pt x="172402" y="72390"/>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7" name="Google Shape;947;p26"/>
            <p:cNvSpPr/>
            <p:nvPr/>
          </p:nvSpPr>
          <p:spPr>
            <a:xfrm>
              <a:off x="9694544" y="2562224"/>
              <a:ext cx="165735" cy="358139"/>
            </a:xfrm>
            <a:custGeom>
              <a:rect b="b" l="l" r="r" t="t"/>
              <a:pathLst>
                <a:path extrusionOk="0" h="358139" w="165735">
                  <a:moveTo>
                    <a:pt x="165735" y="295275"/>
                  </a:moveTo>
                  <a:lnTo>
                    <a:pt x="165735" y="348615"/>
                  </a:lnTo>
                  <a:cubicBezTo>
                    <a:pt x="152400" y="355283"/>
                    <a:pt x="131445" y="358140"/>
                    <a:pt x="113348"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8" name="Google Shape;948;p26"/>
            <p:cNvSpPr/>
            <p:nvPr/>
          </p:nvSpPr>
          <p:spPr>
            <a:xfrm>
              <a:off x="2179319" y="3121341"/>
              <a:ext cx="292417" cy="369570"/>
            </a:xfrm>
            <a:custGeom>
              <a:rect b="b" l="l" r="r" t="t"/>
              <a:pathLst>
                <a:path extrusionOk="0" h="369570" w="292417">
                  <a:moveTo>
                    <a:pt x="0" y="0"/>
                  </a:moveTo>
                  <a:lnTo>
                    <a:pt x="66675" y="0"/>
                  </a:lnTo>
                  <a:lnTo>
                    <a:pt x="230505" y="257175"/>
                  </a:lnTo>
                  <a:lnTo>
                    <a:pt x="231458" y="257175"/>
                  </a:lnTo>
                  <a:lnTo>
                    <a:pt x="229553" y="0"/>
                  </a:lnTo>
                  <a:lnTo>
                    <a:pt x="292418" y="0"/>
                  </a:lnTo>
                  <a:lnTo>
                    <a:pt x="292418" y="368617"/>
                  </a:lnTo>
                  <a:lnTo>
                    <a:pt x="227647" y="368617"/>
                  </a:lnTo>
                  <a:lnTo>
                    <a:pt x="63818" y="110490"/>
                  </a:lnTo>
                  <a:lnTo>
                    <a:pt x="62865" y="110490"/>
                  </a:lnTo>
                  <a:lnTo>
                    <a:pt x="63818" y="369570"/>
                  </a:lnTo>
                  <a:lnTo>
                    <a:pt x="0" y="36957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49" name="Google Shape;949;p26"/>
            <p:cNvSpPr/>
            <p:nvPr/>
          </p:nvSpPr>
          <p:spPr>
            <a:xfrm>
              <a:off x="2543174"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7" y="52388"/>
                  </a:cubicBezTo>
                  <a:cubicBezTo>
                    <a:pt x="83820" y="52388"/>
                    <a:pt x="60008" y="57150"/>
                    <a:pt x="38100" y="67627"/>
                  </a:cubicBezTo>
                  <a:lnTo>
                    <a:pt x="24765" y="15240"/>
                  </a:lnTo>
                  <a:cubicBezTo>
                    <a:pt x="49530" y="5715"/>
                    <a:pt x="81915" y="0"/>
                    <a:pt x="112395" y="0"/>
                  </a:cubicBezTo>
                  <a:cubicBezTo>
                    <a:pt x="187642" y="0"/>
                    <a:pt x="225742" y="35242"/>
                    <a:pt x="225742" y="102870"/>
                  </a:cubicBezTo>
                  <a:lnTo>
                    <a:pt x="225742"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3" y="232410"/>
                  </a:moveTo>
                  <a:cubicBezTo>
                    <a:pt x="126683" y="232410"/>
                    <a:pt x="147638" y="220980"/>
                    <a:pt x="164783" y="200025"/>
                  </a:cubicBezTo>
                  <a:lnTo>
                    <a:pt x="164783" y="153352"/>
                  </a:lnTo>
                  <a:cubicBezTo>
                    <a:pt x="150495" y="149542"/>
                    <a:pt x="135255" y="148590"/>
                    <a:pt x="120967" y="148590"/>
                  </a:cubicBezTo>
                  <a:cubicBezTo>
                    <a:pt x="81915" y="148590"/>
                    <a:pt x="59055" y="164783"/>
                    <a:pt x="59055" y="192405"/>
                  </a:cubicBezTo>
                  <a:cubicBezTo>
                    <a:pt x="59055" y="217170"/>
                    <a:pt x="76200" y="232410"/>
                    <a:pt x="103823"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0" name="Google Shape;950;p26"/>
            <p:cNvSpPr/>
            <p:nvPr/>
          </p:nvSpPr>
          <p:spPr>
            <a:xfrm>
              <a:off x="281749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1" name="Google Shape;951;p26"/>
            <p:cNvSpPr/>
            <p:nvPr/>
          </p:nvSpPr>
          <p:spPr>
            <a:xfrm>
              <a:off x="3038474"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8" y="273367"/>
                  </a:cubicBezTo>
                  <a:cubicBezTo>
                    <a:pt x="44767"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2" name="Google Shape;952;p26"/>
            <p:cNvSpPr/>
            <p:nvPr/>
          </p:nvSpPr>
          <p:spPr>
            <a:xfrm>
              <a:off x="3348989" y="3216591"/>
              <a:ext cx="160019" cy="273367"/>
            </a:xfrm>
            <a:custGeom>
              <a:rect b="b" l="l" r="r" t="t"/>
              <a:pathLst>
                <a:path extrusionOk="0" h="273367" w="160019">
                  <a:moveTo>
                    <a:pt x="160020" y="5715"/>
                  </a:moveTo>
                  <a:lnTo>
                    <a:pt x="150495" y="69533"/>
                  </a:lnTo>
                  <a:cubicBezTo>
                    <a:pt x="140970" y="64770"/>
                    <a:pt x="129540" y="60960"/>
                    <a:pt x="116205" y="60960"/>
                  </a:cubicBezTo>
                  <a:cubicBezTo>
                    <a:pt x="73342" y="60960"/>
                    <a:pt x="61913" y="95250"/>
                    <a:pt x="61913" y="136208"/>
                  </a:cubicBezTo>
                  <a:lnTo>
                    <a:pt x="61913" y="273367"/>
                  </a:lnTo>
                  <a:lnTo>
                    <a:pt x="0" y="273367"/>
                  </a:lnTo>
                  <a:lnTo>
                    <a:pt x="0" y="6668"/>
                  </a:lnTo>
                  <a:lnTo>
                    <a:pt x="60960" y="6668"/>
                  </a:lnTo>
                  <a:lnTo>
                    <a:pt x="60960" y="40005"/>
                  </a:lnTo>
                  <a:lnTo>
                    <a:pt x="61913" y="40005"/>
                  </a:lnTo>
                  <a:cubicBezTo>
                    <a:pt x="76200" y="15240"/>
                    <a:pt x="100965" y="0"/>
                    <a:pt x="131445" y="0"/>
                  </a:cubicBezTo>
                  <a:cubicBezTo>
                    <a:pt x="139065" y="0"/>
                    <a:pt x="150495" y="1905"/>
                    <a:pt x="160020" y="57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3" name="Google Shape;953;p26"/>
            <p:cNvSpPr/>
            <p:nvPr/>
          </p:nvSpPr>
          <p:spPr>
            <a:xfrm>
              <a:off x="3548062" y="3224212"/>
              <a:ext cx="376237" cy="266700"/>
            </a:xfrm>
            <a:custGeom>
              <a:rect b="b" l="l" r="r" t="t"/>
              <a:pathLst>
                <a:path extrusionOk="0" h="266700" w="376237">
                  <a:moveTo>
                    <a:pt x="376238" y="0"/>
                  </a:moveTo>
                  <a:lnTo>
                    <a:pt x="297180" y="266700"/>
                  </a:lnTo>
                  <a:lnTo>
                    <a:pt x="237172" y="266700"/>
                  </a:lnTo>
                  <a:lnTo>
                    <a:pt x="188595" y="81915"/>
                  </a:lnTo>
                  <a:lnTo>
                    <a:pt x="187642" y="81915"/>
                  </a:lnTo>
                  <a:lnTo>
                    <a:pt x="139065" y="266700"/>
                  </a:lnTo>
                  <a:lnTo>
                    <a:pt x="79058" y="266700"/>
                  </a:lnTo>
                  <a:lnTo>
                    <a:pt x="0" y="0"/>
                  </a:lnTo>
                  <a:lnTo>
                    <a:pt x="65722" y="0"/>
                  </a:lnTo>
                  <a:lnTo>
                    <a:pt x="111442" y="180022"/>
                  </a:lnTo>
                  <a:lnTo>
                    <a:pt x="112395" y="180022"/>
                  </a:lnTo>
                  <a:lnTo>
                    <a:pt x="160020" y="0"/>
                  </a:lnTo>
                  <a:lnTo>
                    <a:pt x="217170" y="0"/>
                  </a:lnTo>
                  <a:lnTo>
                    <a:pt x="265747" y="180022"/>
                  </a:lnTo>
                  <a:lnTo>
                    <a:pt x="266700" y="180022"/>
                  </a:lnTo>
                  <a:lnTo>
                    <a:pt x="311467" y="0"/>
                  </a:lnTo>
                  <a:lnTo>
                    <a:pt x="376238"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4" name="Google Shape;954;p26"/>
            <p:cNvSpPr/>
            <p:nvPr/>
          </p:nvSpPr>
          <p:spPr>
            <a:xfrm>
              <a:off x="3970971" y="3105149"/>
              <a:ext cx="79057" cy="384809"/>
            </a:xfrm>
            <a:custGeom>
              <a:rect b="b" l="l" r="r" t="t"/>
              <a:pathLst>
                <a:path extrusionOk="0" h="384809" w="79057">
                  <a:moveTo>
                    <a:pt x="79058" y="38100"/>
                  </a:moveTo>
                  <a:cubicBezTo>
                    <a:pt x="79058" y="60008"/>
                    <a:pt x="60960" y="76200"/>
                    <a:pt x="39053" y="76200"/>
                  </a:cubicBezTo>
                  <a:cubicBezTo>
                    <a:pt x="17145" y="76200"/>
                    <a:pt x="0" y="60008"/>
                    <a:pt x="0" y="38100"/>
                  </a:cubicBezTo>
                  <a:cubicBezTo>
                    <a:pt x="0" y="16192"/>
                    <a:pt x="18098" y="0"/>
                    <a:pt x="39053" y="0"/>
                  </a:cubicBezTo>
                  <a:cubicBezTo>
                    <a:pt x="60960" y="0"/>
                    <a:pt x="79058" y="16192"/>
                    <a:pt x="79058" y="38100"/>
                  </a:cubicBezTo>
                  <a:close/>
                  <a:moveTo>
                    <a:pt x="70485" y="384810"/>
                  </a:moveTo>
                  <a:lnTo>
                    <a:pt x="8573" y="384810"/>
                  </a:lnTo>
                  <a:lnTo>
                    <a:pt x="8573"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5" name="Google Shape;955;p26"/>
            <p:cNvSpPr/>
            <p:nvPr/>
          </p:nvSpPr>
          <p:spPr>
            <a:xfrm>
              <a:off x="4099559" y="3216591"/>
              <a:ext cx="205740" cy="280035"/>
            </a:xfrm>
            <a:custGeom>
              <a:rect b="b" l="l" r="r" t="t"/>
              <a:pathLst>
                <a:path extrusionOk="0" h="280035" w="20574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6" name="Google Shape;956;p26"/>
            <p:cNvSpPr/>
            <p:nvPr/>
          </p:nvSpPr>
          <p:spPr>
            <a:xfrm>
              <a:off x="4346256"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7" name="Google Shape;957;p26"/>
            <p:cNvSpPr/>
            <p:nvPr/>
          </p:nvSpPr>
          <p:spPr>
            <a:xfrm>
              <a:off x="4601527" y="3217544"/>
              <a:ext cx="242887" cy="279082"/>
            </a:xfrm>
            <a:custGeom>
              <a:rect b="b" l="l" r="r" t="t"/>
              <a:pathLst>
                <a:path extrusionOk="0" h="279082" w="242887">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3" y="279083"/>
                    <a:pt x="132397" y="279083"/>
                  </a:cubicBezTo>
                  <a:close/>
                  <a:moveTo>
                    <a:pt x="62865" y="115252"/>
                  </a:moveTo>
                  <a:lnTo>
                    <a:pt x="183832" y="115252"/>
                  </a:lnTo>
                  <a:cubicBezTo>
                    <a:pt x="180975" y="74295"/>
                    <a:pt x="160020" y="50482"/>
                    <a:pt x="124778" y="50482"/>
                  </a:cubicBezTo>
                  <a:cubicBezTo>
                    <a:pt x="89535" y="50482"/>
                    <a:pt x="67628"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8" name="Google Shape;958;p26"/>
            <p:cNvSpPr/>
            <p:nvPr/>
          </p:nvSpPr>
          <p:spPr>
            <a:xfrm>
              <a:off x="4913946" y="3217544"/>
              <a:ext cx="228600" cy="273367"/>
            </a:xfrm>
            <a:custGeom>
              <a:rect b="b" l="l" r="r" t="t"/>
              <a:pathLst>
                <a:path extrusionOk="0" h="273367" w="22860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8" y="15240"/>
                    <a:pt x="106680" y="0"/>
                    <a:pt x="140970" y="0"/>
                  </a:cubicBezTo>
                  <a:cubicBezTo>
                    <a:pt x="201930" y="0"/>
                    <a:pt x="228600" y="44767"/>
                    <a:pt x="228600" y="107633"/>
                  </a:cubicBezTo>
                  <a:lnTo>
                    <a:pt x="228600" y="2724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59" name="Google Shape;959;p26"/>
            <p:cNvSpPr/>
            <p:nvPr/>
          </p:nvSpPr>
          <p:spPr>
            <a:xfrm>
              <a:off x="5198744" y="3216591"/>
              <a:ext cx="205740" cy="280035"/>
            </a:xfrm>
            <a:custGeom>
              <a:rect b="b" l="l" r="r" t="t"/>
              <a:pathLst>
                <a:path extrusionOk="0" h="280035" w="205740">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0" name="Google Shape;960;p26"/>
            <p:cNvSpPr/>
            <p:nvPr/>
          </p:nvSpPr>
          <p:spPr>
            <a:xfrm>
              <a:off x="5454967" y="3216591"/>
              <a:ext cx="224789" cy="280035"/>
            </a:xfrm>
            <a:custGeom>
              <a:rect b="b" l="l" r="r" t="t"/>
              <a:pathLst>
                <a:path extrusionOk="0" h="280035" w="224789">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1" name="Google Shape;961;p26"/>
            <p:cNvSpPr/>
            <p:nvPr/>
          </p:nvSpPr>
          <p:spPr>
            <a:xfrm>
              <a:off x="5733096" y="3101339"/>
              <a:ext cx="228600" cy="389572"/>
            </a:xfrm>
            <a:custGeom>
              <a:rect b="b" l="l" r="r" t="t"/>
              <a:pathLst>
                <a:path extrusionOk="0" h="389572" w="22860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2" name="Google Shape;962;p26"/>
            <p:cNvSpPr/>
            <p:nvPr/>
          </p:nvSpPr>
          <p:spPr>
            <a:xfrm>
              <a:off x="6023609" y="3217544"/>
              <a:ext cx="225742" cy="279082"/>
            </a:xfrm>
            <a:custGeom>
              <a:rect b="b" l="l" r="r" t="t"/>
              <a:pathLst>
                <a:path extrusionOk="0" h="279082" w="225742">
                  <a:moveTo>
                    <a:pt x="114300" y="107633"/>
                  </a:moveTo>
                  <a:cubicBezTo>
                    <a:pt x="131445" y="107633"/>
                    <a:pt x="147638" y="108585"/>
                    <a:pt x="164783" y="113347"/>
                  </a:cubicBezTo>
                  <a:lnTo>
                    <a:pt x="164783" y="103822"/>
                  </a:lnTo>
                  <a:cubicBezTo>
                    <a:pt x="164783" y="69532"/>
                    <a:pt x="144780" y="52388"/>
                    <a:pt x="105728" y="52388"/>
                  </a:cubicBezTo>
                  <a:cubicBezTo>
                    <a:pt x="83820" y="52388"/>
                    <a:pt x="60008"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3" y="232410"/>
                    <a:pt x="147638" y="220980"/>
                    <a:pt x="164783" y="200025"/>
                  </a:cubicBezTo>
                  <a:lnTo>
                    <a:pt x="164783" y="153352"/>
                  </a:lnTo>
                  <a:cubicBezTo>
                    <a:pt x="150495" y="149542"/>
                    <a:pt x="135255" y="148590"/>
                    <a:pt x="120968" y="148590"/>
                  </a:cubicBezTo>
                  <a:cubicBezTo>
                    <a:pt x="81915" y="148590"/>
                    <a:pt x="59055" y="164783"/>
                    <a:pt x="59055" y="192405"/>
                  </a:cubicBezTo>
                  <a:cubicBezTo>
                    <a:pt x="60008" y="217170"/>
                    <a:pt x="77153" y="232410"/>
                    <a:pt x="103822"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3" name="Google Shape;963;p26"/>
            <p:cNvSpPr/>
            <p:nvPr/>
          </p:nvSpPr>
          <p:spPr>
            <a:xfrm>
              <a:off x="6299834" y="3097529"/>
              <a:ext cx="162877" cy="391477"/>
            </a:xfrm>
            <a:custGeom>
              <a:rect b="b" l="l" r="r" t="t"/>
              <a:pathLst>
                <a:path extrusionOk="0" h="391477" w="162877">
                  <a:moveTo>
                    <a:pt x="162878" y="58103"/>
                  </a:moveTo>
                  <a:cubicBezTo>
                    <a:pt x="154305" y="54293"/>
                    <a:pt x="144780" y="52388"/>
                    <a:pt x="135255" y="52388"/>
                  </a:cubicBezTo>
                  <a:cubicBezTo>
                    <a:pt x="111443" y="52388"/>
                    <a:pt x="101918" y="64770"/>
                    <a:pt x="101918" y="89535"/>
                  </a:cubicBezTo>
                  <a:lnTo>
                    <a:pt x="101918" y="125730"/>
                  </a:lnTo>
                  <a:lnTo>
                    <a:pt x="155258" y="125730"/>
                  </a:lnTo>
                  <a:lnTo>
                    <a:pt x="155258" y="177165"/>
                  </a:lnTo>
                  <a:lnTo>
                    <a:pt x="102870" y="177165"/>
                  </a:lnTo>
                  <a:lnTo>
                    <a:pt x="102870" y="391478"/>
                  </a:lnTo>
                  <a:lnTo>
                    <a:pt x="40958" y="391478"/>
                  </a:lnTo>
                  <a:lnTo>
                    <a:pt x="40958" y="177165"/>
                  </a:lnTo>
                  <a:lnTo>
                    <a:pt x="0" y="177165"/>
                  </a:lnTo>
                  <a:lnTo>
                    <a:pt x="0" y="126683"/>
                  </a:lnTo>
                  <a:lnTo>
                    <a:pt x="40958" y="126683"/>
                  </a:lnTo>
                  <a:lnTo>
                    <a:pt x="40958" y="88583"/>
                  </a:lnTo>
                  <a:cubicBezTo>
                    <a:pt x="40958" y="33338"/>
                    <a:pt x="65722" y="0"/>
                    <a:pt x="125730" y="0"/>
                  </a:cubicBezTo>
                  <a:cubicBezTo>
                    <a:pt x="139065" y="0"/>
                    <a:pt x="152400" y="1905"/>
                    <a:pt x="162878" y="5715"/>
                  </a:cubicBezTo>
                  <a:lnTo>
                    <a:pt x="162878" y="5810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4" name="Google Shape;964;p26"/>
            <p:cNvSpPr/>
            <p:nvPr/>
          </p:nvSpPr>
          <p:spPr>
            <a:xfrm>
              <a:off x="6497002"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5" name="Google Shape;965;p26"/>
            <p:cNvSpPr/>
            <p:nvPr/>
          </p:nvSpPr>
          <p:spPr>
            <a:xfrm>
              <a:off x="6725601"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6" name="Google Shape;966;p26"/>
            <p:cNvSpPr/>
            <p:nvPr/>
          </p:nvSpPr>
          <p:spPr>
            <a:xfrm>
              <a:off x="6861809" y="3105149"/>
              <a:ext cx="79057" cy="384809"/>
            </a:xfrm>
            <a:custGeom>
              <a:rect b="b" l="l" r="r" t="t"/>
              <a:pathLst>
                <a:path extrusionOk="0" h="384809" w="79057">
                  <a:moveTo>
                    <a:pt x="79057" y="38100"/>
                  </a:moveTo>
                  <a:cubicBezTo>
                    <a:pt x="79057" y="60008"/>
                    <a:pt x="60960" y="76200"/>
                    <a:pt x="39052" y="76200"/>
                  </a:cubicBezTo>
                  <a:cubicBezTo>
                    <a:pt x="17145" y="76200"/>
                    <a:pt x="0" y="60008"/>
                    <a:pt x="0" y="38100"/>
                  </a:cubicBezTo>
                  <a:cubicBezTo>
                    <a:pt x="0" y="16192"/>
                    <a:pt x="18097" y="0"/>
                    <a:pt x="39052" y="0"/>
                  </a:cubicBezTo>
                  <a:cubicBezTo>
                    <a:pt x="60960" y="0"/>
                    <a:pt x="79057" y="16192"/>
                    <a:pt x="79057" y="38100"/>
                  </a:cubicBezTo>
                  <a:close/>
                  <a:moveTo>
                    <a:pt x="70485" y="384810"/>
                  </a:moveTo>
                  <a:lnTo>
                    <a:pt x="8572" y="384810"/>
                  </a:lnTo>
                  <a:lnTo>
                    <a:pt x="8572" y="118110"/>
                  </a:lnTo>
                  <a:lnTo>
                    <a:pt x="70485" y="118110"/>
                  </a:lnTo>
                  <a:lnTo>
                    <a:pt x="70485" y="3848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7" name="Google Shape;967;p26"/>
            <p:cNvSpPr/>
            <p:nvPr/>
          </p:nvSpPr>
          <p:spPr>
            <a:xfrm>
              <a:off x="6998969" y="3216591"/>
              <a:ext cx="224790" cy="280035"/>
            </a:xfrm>
            <a:custGeom>
              <a:rect b="b" l="l" r="r" t="t"/>
              <a:pathLst>
                <a:path extrusionOk="0" h="280035" w="22479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8" name="Google Shape;968;p26"/>
            <p:cNvSpPr/>
            <p:nvPr/>
          </p:nvSpPr>
          <p:spPr>
            <a:xfrm>
              <a:off x="7277099" y="3101339"/>
              <a:ext cx="229552" cy="389572"/>
            </a:xfrm>
            <a:custGeom>
              <a:rect b="b" l="l" r="r" t="t"/>
              <a:pathLst>
                <a:path extrusionOk="0" h="389572" w="229552">
                  <a:moveTo>
                    <a:pt x="229552" y="388620"/>
                  </a:moveTo>
                  <a:lnTo>
                    <a:pt x="166688" y="388620"/>
                  </a:lnTo>
                  <a:lnTo>
                    <a:pt x="166688" y="236220"/>
                  </a:lnTo>
                  <a:cubicBezTo>
                    <a:pt x="166688" y="197168"/>
                    <a:pt x="154305" y="171450"/>
                    <a:pt x="117157"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886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69" name="Google Shape;969;p26"/>
            <p:cNvSpPr/>
            <p:nvPr/>
          </p:nvSpPr>
          <p:spPr>
            <a:xfrm>
              <a:off x="7571422" y="3217544"/>
              <a:ext cx="242887" cy="279082"/>
            </a:xfrm>
            <a:custGeom>
              <a:rect b="b" l="l" r="r" t="t"/>
              <a:pathLst>
                <a:path extrusionOk="0" h="279082" w="242887">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0" name="Google Shape;970;p26"/>
            <p:cNvSpPr/>
            <p:nvPr/>
          </p:nvSpPr>
          <p:spPr>
            <a:xfrm>
              <a:off x="8041956" y="3122294"/>
              <a:ext cx="231457" cy="368617"/>
            </a:xfrm>
            <a:custGeom>
              <a:rect b="b" l="l" r="r" t="t"/>
              <a:pathLst>
                <a:path extrusionOk="0" h="368617" w="231457">
                  <a:moveTo>
                    <a:pt x="231457" y="60007"/>
                  </a:moveTo>
                  <a:lnTo>
                    <a:pt x="65723" y="60007"/>
                  </a:lnTo>
                  <a:lnTo>
                    <a:pt x="65723" y="151447"/>
                  </a:lnTo>
                  <a:lnTo>
                    <a:pt x="189548" y="151447"/>
                  </a:lnTo>
                  <a:lnTo>
                    <a:pt x="189548" y="211455"/>
                  </a:lnTo>
                  <a:lnTo>
                    <a:pt x="65723" y="211455"/>
                  </a:lnTo>
                  <a:lnTo>
                    <a:pt x="65723" y="368617"/>
                  </a:lnTo>
                  <a:lnTo>
                    <a:pt x="0" y="368617"/>
                  </a:lnTo>
                  <a:lnTo>
                    <a:pt x="0" y="0"/>
                  </a:lnTo>
                  <a:lnTo>
                    <a:pt x="231457" y="0"/>
                  </a:lnTo>
                  <a:lnTo>
                    <a:pt x="231457" y="6000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1" name="Google Shape;971;p26"/>
            <p:cNvSpPr/>
            <p:nvPr/>
          </p:nvSpPr>
          <p:spPr>
            <a:xfrm>
              <a:off x="8285780" y="3217544"/>
              <a:ext cx="225758" cy="279082"/>
            </a:xfrm>
            <a:custGeom>
              <a:rect b="b" l="l" r="r" t="t"/>
              <a:pathLst>
                <a:path extrusionOk="0" h="279082" w="225758">
                  <a:moveTo>
                    <a:pt x="114317" y="107633"/>
                  </a:moveTo>
                  <a:cubicBezTo>
                    <a:pt x="131462" y="107633"/>
                    <a:pt x="147654" y="108585"/>
                    <a:pt x="164799" y="113347"/>
                  </a:cubicBezTo>
                  <a:lnTo>
                    <a:pt x="164799" y="103822"/>
                  </a:lnTo>
                  <a:cubicBezTo>
                    <a:pt x="164799" y="69532"/>
                    <a:pt x="144796" y="52388"/>
                    <a:pt x="105744" y="52388"/>
                  </a:cubicBezTo>
                  <a:cubicBezTo>
                    <a:pt x="83837" y="52388"/>
                    <a:pt x="60024" y="57150"/>
                    <a:pt x="38117" y="67627"/>
                  </a:cubicBezTo>
                  <a:lnTo>
                    <a:pt x="24781" y="15240"/>
                  </a:lnTo>
                  <a:cubicBezTo>
                    <a:pt x="49546" y="5715"/>
                    <a:pt x="81931" y="0"/>
                    <a:pt x="112412" y="0"/>
                  </a:cubicBezTo>
                  <a:cubicBezTo>
                    <a:pt x="187659" y="0"/>
                    <a:pt x="225759" y="35242"/>
                    <a:pt x="225759" y="102870"/>
                  </a:cubicBezTo>
                  <a:lnTo>
                    <a:pt x="225759" y="273367"/>
                  </a:lnTo>
                  <a:lnTo>
                    <a:pt x="166704" y="273367"/>
                  </a:lnTo>
                  <a:lnTo>
                    <a:pt x="166704" y="244792"/>
                  </a:lnTo>
                  <a:lnTo>
                    <a:pt x="165751" y="244792"/>
                  </a:lnTo>
                  <a:cubicBezTo>
                    <a:pt x="142892" y="268605"/>
                    <a:pt x="119079" y="279083"/>
                    <a:pt x="87646" y="279083"/>
                  </a:cubicBezTo>
                  <a:cubicBezTo>
                    <a:pt x="34306" y="279083"/>
                    <a:pt x="17" y="245745"/>
                    <a:pt x="17" y="194310"/>
                  </a:cubicBezTo>
                  <a:cubicBezTo>
                    <a:pt x="-936" y="138113"/>
                    <a:pt x="39069" y="107633"/>
                    <a:pt x="114317" y="107633"/>
                  </a:cubicBezTo>
                  <a:close/>
                  <a:moveTo>
                    <a:pt x="103839" y="232410"/>
                  </a:moveTo>
                  <a:cubicBezTo>
                    <a:pt x="126699" y="232410"/>
                    <a:pt x="147654" y="220980"/>
                    <a:pt x="164799" y="200025"/>
                  </a:cubicBezTo>
                  <a:lnTo>
                    <a:pt x="164799" y="153352"/>
                  </a:lnTo>
                  <a:cubicBezTo>
                    <a:pt x="150512" y="149542"/>
                    <a:pt x="135271" y="148590"/>
                    <a:pt x="120984" y="148590"/>
                  </a:cubicBezTo>
                  <a:cubicBezTo>
                    <a:pt x="81931" y="148590"/>
                    <a:pt x="59071" y="164783"/>
                    <a:pt x="59071" y="192405"/>
                  </a:cubicBezTo>
                  <a:cubicBezTo>
                    <a:pt x="59071" y="217170"/>
                    <a:pt x="76217" y="232410"/>
                    <a:pt x="103839" y="23241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2" name="Google Shape;972;p26"/>
            <p:cNvSpPr/>
            <p:nvPr/>
          </p:nvSpPr>
          <p:spPr>
            <a:xfrm>
              <a:off x="8590597" y="3101339"/>
              <a:ext cx="234314" cy="389572"/>
            </a:xfrm>
            <a:custGeom>
              <a:rect b="b" l="l" r="r" t="t"/>
              <a:pathLst>
                <a:path extrusionOk="0" h="389572" w="234314">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3" name="Google Shape;973;p26"/>
            <p:cNvSpPr/>
            <p:nvPr/>
          </p:nvSpPr>
          <p:spPr>
            <a:xfrm>
              <a:off x="8870631" y="3224212"/>
              <a:ext cx="229552" cy="273367"/>
            </a:xfrm>
            <a:custGeom>
              <a:rect b="b" l="l" r="r" t="t"/>
              <a:pathLst>
                <a:path extrusionOk="0" h="273367" w="229552">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8" y="273367"/>
                    <a:pt x="0" y="232410"/>
                    <a:pt x="0" y="162878"/>
                  </a:cubicBezTo>
                  <a:lnTo>
                    <a:pt x="0" y="952"/>
                  </a:lnTo>
                  <a:lnTo>
                    <a:pt x="61913" y="952"/>
                  </a:lnTo>
                  <a:lnTo>
                    <a:pt x="61913" y="16002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4" name="Google Shape;974;p26"/>
            <p:cNvSpPr/>
            <p:nvPr/>
          </p:nvSpPr>
          <p:spPr>
            <a:xfrm>
              <a:off x="9180194" y="3100387"/>
              <a:ext cx="61912" cy="389572"/>
            </a:xfrm>
            <a:custGeom>
              <a:rect b="b" l="l" r="r" t="t"/>
              <a:pathLst>
                <a:path extrusionOk="0" h="389572" w="61912">
                  <a:moveTo>
                    <a:pt x="61913" y="389572"/>
                  </a:moveTo>
                  <a:lnTo>
                    <a:pt x="0" y="389572"/>
                  </a:lnTo>
                  <a:lnTo>
                    <a:pt x="0" y="14288"/>
                  </a:lnTo>
                  <a:lnTo>
                    <a:pt x="61913" y="0"/>
                  </a:lnTo>
                  <a:lnTo>
                    <a:pt x="61913" y="38957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5" name="Google Shape;975;p26"/>
            <p:cNvSpPr/>
            <p:nvPr/>
          </p:nvSpPr>
          <p:spPr>
            <a:xfrm>
              <a:off x="9297351" y="3138487"/>
              <a:ext cx="165735" cy="358140"/>
            </a:xfrm>
            <a:custGeom>
              <a:rect b="b" l="l" r="r" t="t"/>
              <a:pathLst>
                <a:path extrusionOk="0" h="358140" w="165735">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3" y="303847"/>
                    <a:pt x="155258"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6" name="Google Shape;976;p26"/>
            <p:cNvSpPr/>
            <p:nvPr/>
          </p:nvSpPr>
          <p:spPr>
            <a:xfrm>
              <a:off x="9511664" y="3109912"/>
              <a:ext cx="225742" cy="386715"/>
            </a:xfrm>
            <a:custGeom>
              <a:rect b="b" l="l" r="r" t="t"/>
              <a:pathLst>
                <a:path extrusionOk="0" h="386715" w="225742">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3" y="107633"/>
                    <a:pt x="225743" y="142875"/>
                    <a:pt x="225743" y="210503"/>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0985"/>
                  </a:lnTo>
                  <a:cubicBezTo>
                    <a:pt x="150495" y="257175"/>
                    <a:pt x="135255" y="256222"/>
                    <a:pt x="120968" y="256222"/>
                  </a:cubicBezTo>
                  <a:cubicBezTo>
                    <a:pt x="81915" y="256222"/>
                    <a:pt x="59055" y="272415"/>
                    <a:pt x="59055" y="300038"/>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7" name="Google Shape;977;p26"/>
            <p:cNvSpPr/>
            <p:nvPr/>
          </p:nvSpPr>
          <p:spPr>
            <a:xfrm>
              <a:off x="9785984" y="3138487"/>
              <a:ext cx="165734" cy="358140"/>
            </a:xfrm>
            <a:custGeom>
              <a:rect b="b" l="l" r="r" t="t"/>
              <a:pathLst>
                <a:path extrusionOk="0" h="358140" w="165734">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4.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21" Type="http://schemas.openxmlformats.org/officeDocument/2006/relationships/theme" Target="../theme/theme3.xml"/><Relationship Id="rId13" Type="http://schemas.openxmlformats.org/officeDocument/2006/relationships/slideLayout" Target="../slideLayouts/slideLayout17.xml"/><Relationship Id="rId12" Type="http://schemas.openxmlformats.org/officeDocument/2006/relationships/slideLayout" Target="../slideLayouts/slideLayout16.xml"/><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9" Type="http://schemas.openxmlformats.org/officeDocument/2006/relationships/slideLayout" Target="../slideLayouts/slideLayout13.xml"/><Relationship Id="rId15" Type="http://schemas.openxmlformats.org/officeDocument/2006/relationships/slideLayout" Target="../slideLayouts/slideLayout19.xml"/><Relationship Id="rId14" Type="http://schemas.openxmlformats.org/officeDocument/2006/relationships/slideLayout" Target="../slideLayouts/slideLayout18.xml"/><Relationship Id="rId17" Type="http://schemas.openxmlformats.org/officeDocument/2006/relationships/slideLayout" Target="../slideLayouts/slideLayout21.xml"/><Relationship Id="rId16" Type="http://schemas.openxmlformats.org/officeDocument/2006/relationships/slideLayout" Target="../slideLayouts/slideLayout20.xml"/><Relationship Id="rId5" Type="http://schemas.openxmlformats.org/officeDocument/2006/relationships/slideLayout" Target="../slideLayouts/slideLayout9.xml"/><Relationship Id="rId19" Type="http://schemas.openxmlformats.org/officeDocument/2006/relationships/slideLayout" Target="../slideLayouts/slideLayout23.xml"/><Relationship Id="rId6" Type="http://schemas.openxmlformats.org/officeDocument/2006/relationships/slideLayout" Target="../slideLayouts/slideLayout10.xml"/><Relationship Id="rId18" Type="http://schemas.openxmlformats.org/officeDocument/2006/relationships/slideLayout" Target="../slideLayouts/slideLayout22.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rgbClr val="041E42"/>
              </a:buClr>
              <a:buSzPts val="2000"/>
              <a:buFont typeface="Arial"/>
              <a:buNone/>
              <a:defRPr b="1" i="0" sz="2000" u="none" cap="none" strike="noStrike">
                <a:solidFill>
                  <a:srgbClr val="041E4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388739" y="1631156"/>
            <a:ext cx="8368308" cy="4569619"/>
          </a:xfrm>
          <a:prstGeom prst="rect">
            <a:avLst/>
          </a:prstGeom>
          <a:noFill/>
          <a:ln>
            <a:noFill/>
          </a:ln>
        </p:spPr>
        <p:txBody>
          <a:bodyPr anchorCtr="0" anchor="t" bIns="0" lIns="0" spcFirstLastPara="1" rIns="360000" wrap="square" tIns="0">
            <a:normAutofit/>
          </a:bodyPr>
          <a:lstStyle>
            <a:lvl1pPr indent="-228600" lvl="0" marL="457200" marR="0" rtl="0" algn="l">
              <a:lnSpc>
                <a:spcPct val="11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317500" lvl="1" marL="914400" marR="0" rtl="0" algn="l">
              <a:lnSpc>
                <a:spcPct val="110000"/>
              </a:lnSpc>
              <a:spcBef>
                <a:spcPts val="800"/>
              </a:spcBef>
              <a:spcAft>
                <a:spcPts val="0"/>
              </a:spcAft>
              <a:buClr>
                <a:schemeClr val="accent4"/>
              </a:buClr>
              <a:buSzPts val="1400"/>
              <a:buFont typeface="Noto Sans Symbols"/>
              <a:buChar char="−"/>
              <a:defRPr b="0" i="0" sz="1400" u="none" cap="none" strike="noStrike">
                <a:solidFill>
                  <a:schemeClr val="lt1"/>
                </a:solidFill>
                <a:latin typeface="Arial"/>
                <a:ea typeface="Arial"/>
                <a:cs typeface="Arial"/>
                <a:sym typeface="Arial"/>
              </a:defRPr>
            </a:lvl2pPr>
            <a:lvl3pPr indent="-298450" lvl="2" marL="1371600" marR="0" rtl="0" algn="l">
              <a:lnSpc>
                <a:spcPct val="110000"/>
              </a:lnSpc>
              <a:spcBef>
                <a:spcPts val="800"/>
              </a:spcBef>
              <a:spcAft>
                <a:spcPts val="0"/>
              </a:spcAft>
              <a:buClr>
                <a:schemeClr val="accent4"/>
              </a:buClr>
              <a:buSzPts val="1100"/>
              <a:buFont typeface="Noto Sans Symbols"/>
              <a:buChar char="−"/>
              <a:defRPr b="0" i="0" sz="1100" u="none" cap="none" strike="noStrike">
                <a:solidFill>
                  <a:schemeClr val="lt1"/>
                </a:solidFill>
                <a:latin typeface="Arial"/>
                <a:ea typeface="Arial"/>
                <a:cs typeface="Arial"/>
                <a:sym typeface="Arial"/>
              </a:defRPr>
            </a:lvl3pPr>
            <a:lvl4pPr indent="-298450" lvl="3" marL="1828800" marR="0" rtl="0" algn="l">
              <a:lnSpc>
                <a:spcPct val="110000"/>
              </a:lnSpc>
              <a:spcBef>
                <a:spcPts val="800"/>
              </a:spcBef>
              <a:spcAft>
                <a:spcPts val="0"/>
              </a:spcAft>
              <a:buClr>
                <a:schemeClr val="accent4"/>
              </a:buClr>
              <a:buSzPts val="1100"/>
              <a:buFont typeface="Noto Sans Symbols"/>
              <a:buChar char="−"/>
              <a:defRPr b="0" i="0" sz="1100" u="none" cap="none" strike="noStrike">
                <a:solidFill>
                  <a:schemeClr val="lt1"/>
                </a:solidFill>
                <a:latin typeface="Arial"/>
                <a:ea typeface="Arial"/>
                <a:cs typeface="Arial"/>
                <a:sym typeface="Arial"/>
              </a:defRPr>
            </a:lvl4pPr>
            <a:lvl5pPr indent="-292100" lvl="4" marL="2286000" marR="0" rtl="0" algn="l">
              <a:lnSpc>
                <a:spcPct val="110000"/>
              </a:lnSpc>
              <a:spcBef>
                <a:spcPts val="800"/>
              </a:spcBef>
              <a:spcAft>
                <a:spcPts val="0"/>
              </a:spcAft>
              <a:buClr>
                <a:schemeClr val="accent4"/>
              </a:buClr>
              <a:buSzPts val="1000"/>
              <a:buFont typeface="Noto Sans Symbols"/>
              <a:buChar char="−"/>
              <a:defRPr b="0" i="0" sz="1000" u="none" cap="none" strike="noStrike">
                <a:solidFill>
                  <a:schemeClr val="lt1"/>
                </a:solidFill>
                <a:latin typeface="Arial"/>
                <a:ea typeface="Arial"/>
                <a:cs typeface="Arial"/>
                <a:sym typeface="Arial"/>
              </a:defRPr>
            </a:lvl5pPr>
            <a:lvl6pPr indent="-292100" lvl="5" marL="2743200" marR="0" rtl="0" algn="l">
              <a:lnSpc>
                <a:spcPct val="110000"/>
              </a:lnSpc>
              <a:spcBef>
                <a:spcPts val="800"/>
              </a:spcBef>
              <a:spcAft>
                <a:spcPts val="0"/>
              </a:spcAft>
              <a:buClr>
                <a:schemeClr val="accent4"/>
              </a:buClr>
              <a:buSzPts val="1000"/>
              <a:buFont typeface="Noto Sans Symbols"/>
              <a:buChar char="−"/>
              <a:defRPr b="0" i="0" sz="1000" u="none" cap="none" strike="noStrike">
                <a:solidFill>
                  <a:schemeClr val="lt1"/>
                </a:solidFill>
                <a:latin typeface="Arial"/>
                <a:ea typeface="Arial"/>
                <a:cs typeface="Arial"/>
                <a:sym typeface="Arial"/>
              </a:defRPr>
            </a:lvl6pPr>
            <a:lvl7pPr indent="-292100" lvl="6" marL="3200400" marR="0" rtl="0" algn="l">
              <a:lnSpc>
                <a:spcPct val="110000"/>
              </a:lnSpc>
              <a:spcBef>
                <a:spcPts val="800"/>
              </a:spcBef>
              <a:spcAft>
                <a:spcPts val="0"/>
              </a:spcAft>
              <a:buClr>
                <a:schemeClr val="accent4"/>
              </a:buClr>
              <a:buSzPts val="1000"/>
              <a:buFont typeface="Noto Sans Symbols"/>
              <a:buChar char="−"/>
              <a:defRPr b="0" i="0" sz="1000" u="none" cap="none" strike="noStrike">
                <a:solidFill>
                  <a:schemeClr val="lt1"/>
                </a:solidFill>
                <a:latin typeface="Arial"/>
                <a:ea typeface="Arial"/>
                <a:cs typeface="Arial"/>
                <a:sym typeface="Arial"/>
              </a:defRPr>
            </a:lvl7pPr>
            <a:lvl8pPr indent="-292100" lvl="7" marL="3657600" marR="0" rtl="0" algn="l">
              <a:lnSpc>
                <a:spcPct val="110000"/>
              </a:lnSpc>
              <a:spcBef>
                <a:spcPts val="800"/>
              </a:spcBef>
              <a:spcAft>
                <a:spcPts val="0"/>
              </a:spcAft>
              <a:buClr>
                <a:schemeClr val="accent4"/>
              </a:buClr>
              <a:buSzPts val="1000"/>
              <a:buFont typeface="Noto Sans Symbols"/>
              <a:buChar char="−"/>
              <a:defRPr b="0" i="0" sz="1000" u="none" cap="none" strike="noStrike">
                <a:solidFill>
                  <a:schemeClr val="lt1"/>
                </a:solidFill>
                <a:latin typeface="Arial"/>
                <a:ea typeface="Arial"/>
                <a:cs typeface="Arial"/>
                <a:sym typeface="Arial"/>
              </a:defRPr>
            </a:lvl8pPr>
            <a:lvl9pPr indent="-292100" lvl="8" marL="4114800" marR="0" rtl="0" algn="l">
              <a:lnSpc>
                <a:spcPct val="110000"/>
              </a:lnSpc>
              <a:spcBef>
                <a:spcPts val="800"/>
              </a:spcBef>
              <a:spcAft>
                <a:spcPts val="800"/>
              </a:spcAft>
              <a:buClr>
                <a:schemeClr val="accent4"/>
              </a:buClr>
              <a:buSzPts val="1000"/>
              <a:buFont typeface="Noto Sans Symbols"/>
              <a:buChar char="−"/>
              <a:defRPr b="0" i="0" sz="1000" u="none" cap="none" strike="noStrike">
                <a:solidFill>
                  <a:schemeClr val="lt1"/>
                </a:solidFill>
                <a:latin typeface="Arial"/>
                <a:ea typeface="Arial"/>
                <a:cs typeface="Arial"/>
                <a:sym typeface="Arial"/>
              </a:defRPr>
            </a:lvl9pPr>
          </a:lstStyle>
          <a:p/>
        </p:txBody>
      </p:sp>
      <p:sp>
        <p:nvSpPr>
          <p:cNvPr id="12" name="Google Shape;12;p1"/>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marR="0" rtl="0" algn="r">
              <a:spcBef>
                <a:spcPts val="0"/>
              </a:spcBef>
              <a:spcAft>
                <a:spcPts val="0"/>
              </a:spcAft>
              <a:buSzPts val="1400"/>
              <a:buNone/>
              <a:defRPr b="0" i="0" sz="7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3" name="Google Shape;13;p1"/>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7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4" name="Google Shape;14;p1"/>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700" u="none" cap="none" strike="noStrike">
                <a:solidFill>
                  <a:schemeClr val="lt1"/>
                </a:solidFill>
                <a:latin typeface="Arial"/>
                <a:ea typeface="Arial"/>
                <a:cs typeface="Arial"/>
                <a:sym typeface="Arial"/>
              </a:defRPr>
            </a:lvl1pPr>
            <a:lvl2pPr indent="0" lvl="1" marL="0" marR="0" rtl="0" algn="r">
              <a:spcBef>
                <a:spcPts val="0"/>
              </a:spcBef>
              <a:buNone/>
              <a:defRPr b="0" i="0" sz="700" u="none" cap="none" strike="noStrike">
                <a:solidFill>
                  <a:schemeClr val="lt1"/>
                </a:solidFill>
                <a:latin typeface="Arial"/>
                <a:ea typeface="Arial"/>
                <a:cs typeface="Arial"/>
                <a:sym typeface="Arial"/>
              </a:defRPr>
            </a:lvl2pPr>
            <a:lvl3pPr indent="0" lvl="2" marL="0" marR="0" rtl="0" algn="r">
              <a:spcBef>
                <a:spcPts val="0"/>
              </a:spcBef>
              <a:buNone/>
              <a:defRPr b="0" i="0" sz="700" u="none" cap="none" strike="noStrike">
                <a:solidFill>
                  <a:schemeClr val="lt1"/>
                </a:solidFill>
                <a:latin typeface="Arial"/>
                <a:ea typeface="Arial"/>
                <a:cs typeface="Arial"/>
                <a:sym typeface="Arial"/>
              </a:defRPr>
            </a:lvl3pPr>
            <a:lvl4pPr indent="0" lvl="3" marL="0" marR="0" rtl="0" algn="r">
              <a:spcBef>
                <a:spcPts val="0"/>
              </a:spcBef>
              <a:buNone/>
              <a:defRPr b="0" i="0" sz="700" u="none" cap="none" strike="noStrike">
                <a:solidFill>
                  <a:schemeClr val="lt1"/>
                </a:solidFill>
                <a:latin typeface="Arial"/>
                <a:ea typeface="Arial"/>
                <a:cs typeface="Arial"/>
                <a:sym typeface="Arial"/>
              </a:defRPr>
            </a:lvl4pPr>
            <a:lvl5pPr indent="0" lvl="4" marL="0" marR="0" rtl="0" algn="r">
              <a:spcBef>
                <a:spcPts val="0"/>
              </a:spcBef>
              <a:buNone/>
              <a:defRPr b="0" i="0" sz="700" u="none" cap="none" strike="noStrike">
                <a:solidFill>
                  <a:schemeClr val="lt1"/>
                </a:solidFill>
                <a:latin typeface="Arial"/>
                <a:ea typeface="Arial"/>
                <a:cs typeface="Arial"/>
                <a:sym typeface="Arial"/>
              </a:defRPr>
            </a:lvl5pPr>
            <a:lvl6pPr indent="0" lvl="5" marL="0" marR="0" rtl="0" algn="r">
              <a:spcBef>
                <a:spcPts val="0"/>
              </a:spcBef>
              <a:buNone/>
              <a:defRPr b="0" i="0" sz="700" u="none" cap="none" strike="noStrike">
                <a:solidFill>
                  <a:schemeClr val="lt1"/>
                </a:solidFill>
                <a:latin typeface="Arial"/>
                <a:ea typeface="Arial"/>
                <a:cs typeface="Arial"/>
                <a:sym typeface="Arial"/>
              </a:defRPr>
            </a:lvl6pPr>
            <a:lvl7pPr indent="0" lvl="6" marL="0" marR="0" rtl="0" algn="r">
              <a:spcBef>
                <a:spcPts val="0"/>
              </a:spcBef>
              <a:buNone/>
              <a:defRPr b="0" i="0" sz="700" u="none" cap="none" strike="noStrike">
                <a:solidFill>
                  <a:schemeClr val="lt1"/>
                </a:solidFill>
                <a:latin typeface="Arial"/>
                <a:ea typeface="Arial"/>
                <a:cs typeface="Arial"/>
                <a:sym typeface="Arial"/>
              </a:defRPr>
            </a:lvl7pPr>
            <a:lvl8pPr indent="0" lvl="7" marL="0" marR="0" rtl="0" algn="r">
              <a:spcBef>
                <a:spcPts val="0"/>
              </a:spcBef>
              <a:buNone/>
              <a:defRPr b="0" i="0" sz="700" u="none" cap="none" strike="noStrike">
                <a:solidFill>
                  <a:schemeClr val="lt1"/>
                </a:solidFill>
                <a:latin typeface="Arial"/>
                <a:ea typeface="Arial"/>
                <a:cs typeface="Arial"/>
                <a:sym typeface="Arial"/>
              </a:defRPr>
            </a:lvl8pPr>
            <a:lvl9pPr indent="0" lvl="8" marL="0" marR="0" rt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15" name="Google Shape;15;p1"/>
          <p:cNvSpPr/>
          <p:nvPr/>
        </p:nvSpPr>
        <p:spPr>
          <a:xfrm>
            <a:off x="388800" y="1196733"/>
            <a:ext cx="8757047" cy="72000"/>
          </a:xfrm>
          <a:prstGeom prst="rect">
            <a:avLst/>
          </a:prstGeom>
          <a:solidFill>
            <a:srgbClr val="7BB72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16" name="Google Shape;16;p1"/>
          <p:cNvSpPr/>
          <p:nvPr/>
        </p:nvSpPr>
        <p:spPr>
          <a:xfrm>
            <a:off x="387900" y="6538526"/>
            <a:ext cx="8756100" cy="10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grpSp>
        <p:nvGrpSpPr>
          <p:cNvPr id="17" name="Google Shape;17;p1"/>
          <p:cNvGrpSpPr/>
          <p:nvPr/>
        </p:nvGrpSpPr>
        <p:grpSpPr>
          <a:xfrm>
            <a:off x="-292893" y="160153"/>
            <a:ext cx="250031" cy="136812"/>
            <a:chOff x="-133350" y="2711163"/>
            <a:chExt cx="333375" cy="136812"/>
          </a:xfrm>
        </p:grpSpPr>
        <p:cxnSp>
          <p:nvCxnSpPr>
            <p:cNvPr id="18" name="Google Shape;18;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19" name="Google Shape;19;p1"/>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20" name="Google Shape;20;p1"/>
          <p:cNvGrpSpPr/>
          <p:nvPr/>
        </p:nvGrpSpPr>
        <p:grpSpPr>
          <a:xfrm>
            <a:off x="-292893" y="1131703"/>
            <a:ext cx="250031" cy="136812"/>
            <a:chOff x="-133350" y="2711163"/>
            <a:chExt cx="333375" cy="136812"/>
          </a:xfrm>
        </p:grpSpPr>
        <p:cxnSp>
          <p:nvCxnSpPr>
            <p:cNvPr id="21" name="Google Shape;21;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2" name="Google Shape;22;p1"/>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23" name="Google Shape;23;p1"/>
          <p:cNvGrpSpPr/>
          <p:nvPr/>
        </p:nvGrpSpPr>
        <p:grpSpPr>
          <a:xfrm>
            <a:off x="-292893" y="1491963"/>
            <a:ext cx="250031" cy="136812"/>
            <a:chOff x="-133350" y="2711163"/>
            <a:chExt cx="333375" cy="136812"/>
          </a:xfrm>
        </p:grpSpPr>
        <p:cxnSp>
          <p:nvCxnSpPr>
            <p:cNvPr id="24" name="Google Shape;24;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5" name="Google Shape;25;p1"/>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26" name="Google Shape;26;p1"/>
          <p:cNvGrpSpPr/>
          <p:nvPr/>
        </p:nvGrpSpPr>
        <p:grpSpPr>
          <a:xfrm>
            <a:off x="-292893" y="3292188"/>
            <a:ext cx="250031" cy="136812"/>
            <a:chOff x="-133350" y="2711163"/>
            <a:chExt cx="333375" cy="136812"/>
          </a:xfrm>
        </p:grpSpPr>
        <p:cxnSp>
          <p:nvCxnSpPr>
            <p:cNvPr id="27" name="Google Shape;27;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28" name="Google Shape;28;p1"/>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29" name="Google Shape;29;p1"/>
          <p:cNvGrpSpPr/>
          <p:nvPr/>
        </p:nvGrpSpPr>
        <p:grpSpPr>
          <a:xfrm>
            <a:off x="-292893" y="6063963"/>
            <a:ext cx="250031" cy="136812"/>
            <a:chOff x="-133350" y="2711163"/>
            <a:chExt cx="333375" cy="136812"/>
          </a:xfrm>
        </p:grpSpPr>
        <p:cxnSp>
          <p:nvCxnSpPr>
            <p:cNvPr id="30" name="Google Shape;30;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1" name="Google Shape;31;p1"/>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32" name="Google Shape;32;p1"/>
          <p:cNvGrpSpPr/>
          <p:nvPr/>
        </p:nvGrpSpPr>
        <p:grpSpPr>
          <a:xfrm>
            <a:off x="-292893" y="6495763"/>
            <a:ext cx="250031" cy="136812"/>
            <a:chOff x="-133350" y="2711163"/>
            <a:chExt cx="333375" cy="136812"/>
          </a:xfrm>
        </p:grpSpPr>
        <p:cxnSp>
          <p:nvCxnSpPr>
            <p:cNvPr id="33" name="Google Shape;33;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4" name="Google Shape;34;p1"/>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35" name="Google Shape;35;p1"/>
          <p:cNvGrpSpPr/>
          <p:nvPr/>
        </p:nvGrpSpPr>
        <p:grpSpPr>
          <a:xfrm rot="-5400000">
            <a:off x="169567" y="-282035"/>
            <a:ext cx="333375" cy="102606"/>
            <a:chOff x="-133350" y="2711167"/>
            <a:chExt cx="333375" cy="136808"/>
          </a:xfrm>
        </p:grpSpPr>
        <p:cxnSp>
          <p:nvCxnSpPr>
            <p:cNvPr id="36" name="Google Shape;36;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7" name="Google Shape;37;p1"/>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38" name="Google Shape;38;p1"/>
          <p:cNvGrpSpPr/>
          <p:nvPr/>
        </p:nvGrpSpPr>
        <p:grpSpPr>
          <a:xfrm rot="-5400000">
            <a:off x="4273057" y="-282036"/>
            <a:ext cx="333375" cy="102603"/>
            <a:chOff x="-133350" y="2711171"/>
            <a:chExt cx="333375" cy="136804"/>
          </a:xfrm>
        </p:grpSpPr>
        <p:cxnSp>
          <p:nvCxnSpPr>
            <p:cNvPr id="39" name="Google Shape;39;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0" name="Google Shape;40;p1"/>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41" name="Google Shape;41;p1"/>
          <p:cNvGrpSpPr/>
          <p:nvPr/>
        </p:nvGrpSpPr>
        <p:grpSpPr>
          <a:xfrm>
            <a:off x="4652949" y="-397423"/>
            <a:ext cx="93680" cy="333375"/>
            <a:chOff x="6416680" y="-397423"/>
            <a:chExt cx="124907" cy="333375"/>
          </a:xfrm>
        </p:grpSpPr>
        <p:cxnSp>
          <p:nvCxnSpPr>
            <p:cNvPr id="42" name="Google Shape;42;p1"/>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3" name="Google Shape;43;p1"/>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44" name="Google Shape;44;p1"/>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45" name="Google Shape;45;p1"/>
          <p:cNvGrpSpPr/>
          <p:nvPr/>
        </p:nvGrpSpPr>
        <p:grpSpPr>
          <a:xfrm rot="-5400000">
            <a:off x="8543829" y="-282039"/>
            <a:ext cx="333375" cy="102600"/>
            <a:chOff x="-133350" y="2711175"/>
            <a:chExt cx="333375" cy="136800"/>
          </a:xfrm>
        </p:grpSpPr>
        <p:cxnSp>
          <p:nvCxnSpPr>
            <p:cNvPr id="46" name="Google Shape;46;p1"/>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7" name="Google Shape;47;p1"/>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48" name="Google Shape;48;p1"/>
          <p:cNvSpPr/>
          <p:nvPr/>
        </p:nvSpPr>
        <p:spPr>
          <a:xfrm>
            <a:off x="7673724" y="296770"/>
            <a:ext cx="1080000" cy="412328"/>
          </a:xfrm>
          <a:custGeom>
            <a:rect b="b" l="l" r="r" t="t"/>
            <a:pathLst>
              <a:path extrusionOk="0" h="1831428" w="479701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guide id="3" pos="244">
          <p15:clr>
            <a:srgbClr val="F26B43"/>
          </p15:clr>
        </p15:guide>
        <p15:guide id="4" pos="5516">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2931">
          <p15:clr>
            <a:srgbClr val="F26B43"/>
          </p15:clr>
        </p15:guide>
        <p15:guide id="11" pos="282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9" name="Shape 389"/>
        <p:cNvGrpSpPr/>
        <p:nvPr/>
      </p:nvGrpSpPr>
      <p:grpSpPr>
        <a:xfrm>
          <a:off x="0" y="0"/>
          <a:ext cx="0" cy="0"/>
          <a:chOff x="0" y="0"/>
          <a:chExt cx="0" cy="0"/>
        </a:xfrm>
      </p:grpSpPr>
      <p:sp>
        <p:nvSpPr>
          <p:cNvPr id="390" name="Google Shape;390;p6"/>
          <p:cNvSpPr txBox="1"/>
          <p:nvPr>
            <p:ph type="title"/>
          </p:nvPr>
        </p:nvSpPr>
        <p:spPr>
          <a:xfrm>
            <a:off x="388739" y="301186"/>
            <a:ext cx="5133289" cy="276999"/>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rgbClr val="041E42"/>
              </a:buClr>
              <a:buSzPts val="2000"/>
              <a:buFont typeface="Arial"/>
              <a:buNone/>
              <a:defRPr b="1" i="0" sz="2000" u="none" cap="none" strike="noStrike">
                <a:solidFill>
                  <a:srgbClr val="041E4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1" name="Google Shape;391;p6"/>
          <p:cNvSpPr txBox="1"/>
          <p:nvPr>
            <p:ph idx="1" type="body"/>
          </p:nvPr>
        </p:nvSpPr>
        <p:spPr>
          <a:xfrm>
            <a:off x="388739" y="1631156"/>
            <a:ext cx="8368308" cy="4569619"/>
          </a:xfrm>
          <a:prstGeom prst="rect">
            <a:avLst/>
          </a:prstGeom>
          <a:noFill/>
          <a:ln>
            <a:noFill/>
          </a:ln>
        </p:spPr>
        <p:txBody>
          <a:bodyPr anchorCtr="0" anchor="t" bIns="0" lIns="0" spcFirstLastPara="1" rIns="360000" wrap="square" tIns="0">
            <a:normAutofit/>
          </a:bodyPr>
          <a:lstStyle>
            <a:lvl1pPr indent="-228600" lvl="0" marL="457200" marR="0" rtl="0" algn="l">
              <a:lnSpc>
                <a:spcPct val="11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17500" lvl="1" marL="914400" marR="0" rtl="0" algn="l">
              <a:lnSpc>
                <a:spcPct val="110000"/>
              </a:lnSpc>
              <a:spcBef>
                <a:spcPts val="800"/>
              </a:spcBef>
              <a:spcAft>
                <a:spcPts val="0"/>
              </a:spcAft>
              <a:buClr>
                <a:schemeClr val="accent4"/>
              </a:buClr>
              <a:buSzPts val="1400"/>
              <a:buFont typeface="Noto Sans Symbols"/>
              <a:buChar char="−"/>
              <a:defRPr b="0" i="0" sz="1400" u="none" cap="none" strike="noStrike">
                <a:solidFill>
                  <a:schemeClr val="dk1"/>
                </a:solidFill>
                <a:latin typeface="Arial"/>
                <a:ea typeface="Arial"/>
                <a:cs typeface="Arial"/>
                <a:sym typeface="Arial"/>
              </a:defRPr>
            </a:lvl2pPr>
            <a:lvl3pPr indent="-298450" lvl="2" marL="1371600" marR="0" rtl="0" algn="l">
              <a:lnSpc>
                <a:spcPct val="110000"/>
              </a:lnSpc>
              <a:spcBef>
                <a:spcPts val="800"/>
              </a:spcBef>
              <a:spcAft>
                <a:spcPts val="0"/>
              </a:spcAft>
              <a:buClr>
                <a:schemeClr val="accent4"/>
              </a:buClr>
              <a:buSzPts val="1100"/>
              <a:buFont typeface="Noto Sans Symbols"/>
              <a:buChar char="−"/>
              <a:defRPr b="0" i="0" sz="1100" u="none" cap="none" strike="noStrike">
                <a:solidFill>
                  <a:schemeClr val="dk1"/>
                </a:solidFill>
                <a:latin typeface="Arial"/>
                <a:ea typeface="Arial"/>
                <a:cs typeface="Arial"/>
                <a:sym typeface="Arial"/>
              </a:defRPr>
            </a:lvl3pPr>
            <a:lvl4pPr indent="-298450" lvl="3" marL="1828800" marR="0" rtl="0" algn="l">
              <a:lnSpc>
                <a:spcPct val="110000"/>
              </a:lnSpc>
              <a:spcBef>
                <a:spcPts val="800"/>
              </a:spcBef>
              <a:spcAft>
                <a:spcPts val="0"/>
              </a:spcAft>
              <a:buClr>
                <a:schemeClr val="accent4"/>
              </a:buClr>
              <a:buSzPts val="1100"/>
              <a:buFont typeface="Noto Sans Symbols"/>
              <a:buChar char="−"/>
              <a:defRPr b="0" i="0" sz="1100" u="none" cap="none" strike="noStrike">
                <a:solidFill>
                  <a:schemeClr val="dk1"/>
                </a:solidFill>
                <a:latin typeface="Arial"/>
                <a:ea typeface="Arial"/>
                <a:cs typeface="Arial"/>
                <a:sym typeface="Arial"/>
              </a:defRPr>
            </a:lvl4pPr>
            <a:lvl5pPr indent="-292100" lvl="4" marL="2286000" marR="0" rtl="0" algn="l">
              <a:lnSpc>
                <a:spcPct val="110000"/>
              </a:lnSpc>
              <a:spcBef>
                <a:spcPts val="800"/>
              </a:spcBef>
              <a:spcAft>
                <a:spcPts val="0"/>
              </a:spcAft>
              <a:buClr>
                <a:schemeClr val="accent4"/>
              </a:buClr>
              <a:buSzPts val="1000"/>
              <a:buFont typeface="Noto Sans Symbols"/>
              <a:buChar char="−"/>
              <a:defRPr b="0" i="0" sz="1000" u="none" cap="none" strike="noStrike">
                <a:solidFill>
                  <a:schemeClr val="dk1"/>
                </a:solidFill>
                <a:latin typeface="Arial"/>
                <a:ea typeface="Arial"/>
                <a:cs typeface="Arial"/>
                <a:sym typeface="Arial"/>
              </a:defRPr>
            </a:lvl5pPr>
            <a:lvl6pPr indent="-292100" lvl="5" marL="2743200" marR="0" rtl="0" algn="l">
              <a:lnSpc>
                <a:spcPct val="110000"/>
              </a:lnSpc>
              <a:spcBef>
                <a:spcPts val="800"/>
              </a:spcBef>
              <a:spcAft>
                <a:spcPts val="0"/>
              </a:spcAft>
              <a:buClr>
                <a:schemeClr val="accent4"/>
              </a:buClr>
              <a:buSzPts val="1000"/>
              <a:buFont typeface="Noto Sans Symbols"/>
              <a:buChar char="−"/>
              <a:defRPr b="0" i="0" sz="1000" u="none" cap="none" strike="noStrike">
                <a:solidFill>
                  <a:schemeClr val="dk1"/>
                </a:solidFill>
                <a:latin typeface="Arial"/>
                <a:ea typeface="Arial"/>
                <a:cs typeface="Arial"/>
                <a:sym typeface="Arial"/>
              </a:defRPr>
            </a:lvl6pPr>
            <a:lvl7pPr indent="-292100" lvl="6" marL="3200400" marR="0" rtl="0" algn="l">
              <a:lnSpc>
                <a:spcPct val="110000"/>
              </a:lnSpc>
              <a:spcBef>
                <a:spcPts val="800"/>
              </a:spcBef>
              <a:spcAft>
                <a:spcPts val="0"/>
              </a:spcAft>
              <a:buClr>
                <a:schemeClr val="accent4"/>
              </a:buClr>
              <a:buSzPts val="1000"/>
              <a:buFont typeface="Noto Sans Symbols"/>
              <a:buChar char="−"/>
              <a:defRPr b="0" i="0" sz="1000" u="none" cap="none" strike="noStrike">
                <a:solidFill>
                  <a:schemeClr val="dk1"/>
                </a:solidFill>
                <a:latin typeface="Arial"/>
                <a:ea typeface="Arial"/>
                <a:cs typeface="Arial"/>
                <a:sym typeface="Arial"/>
              </a:defRPr>
            </a:lvl7pPr>
            <a:lvl8pPr indent="-292100" lvl="7" marL="3657600" marR="0" rtl="0" algn="l">
              <a:lnSpc>
                <a:spcPct val="110000"/>
              </a:lnSpc>
              <a:spcBef>
                <a:spcPts val="800"/>
              </a:spcBef>
              <a:spcAft>
                <a:spcPts val="0"/>
              </a:spcAft>
              <a:buClr>
                <a:schemeClr val="accent4"/>
              </a:buClr>
              <a:buSzPts val="1000"/>
              <a:buFont typeface="Noto Sans Symbols"/>
              <a:buChar char="−"/>
              <a:defRPr b="0" i="0" sz="1000" u="none" cap="none" strike="noStrike">
                <a:solidFill>
                  <a:schemeClr val="dk1"/>
                </a:solidFill>
                <a:latin typeface="Arial"/>
                <a:ea typeface="Arial"/>
                <a:cs typeface="Arial"/>
                <a:sym typeface="Arial"/>
              </a:defRPr>
            </a:lvl8pPr>
            <a:lvl9pPr indent="-292100" lvl="8" marL="4114800" marR="0" rtl="0" algn="l">
              <a:lnSpc>
                <a:spcPct val="110000"/>
              </a:lnSpc>
              <a:spcBef>
                <a:spcPts val="800"/>
              </a:spcBef>
              <a:spcAft>
                <a:spcPts val="800"/>
              </a:spcAft>
              <a:buClr>
                <a:schemeClr val="accent4"/>
              </a:buClr>
              <a:buSzPts val="1000"/>
              <a:buFont typeface="Noto Sans Symbols"/>
              <a:buChar char="−"/>
              <a:defRPr b="0" i="0" sz="1000" u="none" cap="none" strike="noStrike">
                <a:solidFill>
                  <a:schemeClr val="dk1"/>
                </a:solidFill>
                <a:latin typeface="Arial"/>
                <a:ea typeface="Arial"/>
                <a:cs typeface="Arial"/>
                <a:sym typeface="Arial"/>
              </a:defRPr>
            </a:lvl9pPr>
          </a:lstStyle>
          <a:p/>
        </p:txBody>
      </p:sp>
      <p:sp>
        <p:nvSpPr>
          <p:cNvPr id="392" name="Google Shape;392;p6"/>
          <p:cNvSpPr txBox="1"/>
          <p:nvPr>
            <p:ph idx="10" type="dt"/>
          </p:nvPr>
        </p:nvSpPr>
        <p:spPr>
          <a:xfrm>
            <a:off x="7800992" y="6634667"/>
            <a:ext cx="649217" cy="107722"/>
          </a:xfrm>
          <a:prstGeom prst="rect">
            <a:avLst/>
          </a:prstGeom>
          <a:noFill/>
          <a:ln>
            <a:noFill/>
          </a:ln>
        </p:spPr>
        <p:txBody>
          <a:bodyPr anchorCtr="0" anchor="t" bIns="0" lIns="0" spcFirstLastPara="1" rIns="0" wrap="square" tIns="0">
            <a:spAutoFit/>
          </a:bodyPr>
          <a:lstStyle>
            <a:lvl1pPr lvl="0" marR="0" rtl="0" algn="r">
              <a:spcBef>
                <a:spcPts val="0"/>
              </a:spcBef>
              <a:spcAft>
                <a:spcPts val="0"/>
              </a:spcAft>
              <a:buSzPts val="1400"/>
              <a:buNone/>
              <a:defRPr sz="7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3" name="Google Shape;393;p6"/>
          <p:cNvSpPr txBox="1"/>
          <p:nvPr>
            <p:ph idx="11" type="ftr"/>
          </p:nvPr>
        </p:nvSpPr>
        <p:spPr>
          <a:xfrm>
            <a:off x="388739" y="6634667"/>
            <a:ext cx="4102299" cy="10772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7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4" name="Google Shape;394;p6"/>
          <p:cNvSpPr txBox="1"/>
          <p:nvPr>
            <p:ph idx="12" type="sldNum"/>
          </p:nvPr>
        </p:nvSpPr>
        <p:spPr>
          <a:xfrm>
            <a:off x="8575907" y="6634667"/>
            <a:ext cx="181140" cy="107722"/>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sz="700" u="none">
                <a:solidFill>
                  <a:schemeClr val="dk1"/>
                </a:solidFill>
                <a:latin typeface="Arial"/>
                <a:ea typeface="Arial"/>
                <a:cs typeface="Arial"/>
                <a:sym typeface="Arial"/>
              </a:defRPr>
            </a:lvl1pPr>
            <a:lvl2pPr indent="0" lvl="1" marL="0" marR="0" rtl="0" algn="r">
              <a:spcBef>
                <a:spcPts val="0"/>
              </a:spcBef>
              <a:buNone/>
              <a:defRPr b="0" sz="700" u="none">
                <a:solidFill>
                  <a:schemeClr val="dk1"/>
                </a:solidFill>
                <a:latin typeface="Arial"/>
                <a:ea typeface="Arial"/>
                <a:cs typeface="Arial"/>
                <a:sym typeface="Arial"/>
              </a:defRPr>
            </a:lvl2pPr>
            <a:lvl3pPr indent="0" lvl="2" marL="0" marR="0" rtl="0" algn="r">
              <a:spcBef>
                <a:spcPts val="0"/>
              </a:spcBef>
              <a:buNone/>
              <a:defRPr b="0" sz="700" u="none">
                <a:solidFill>
                  <a:schemeClr val="dk1"/>
                </a:solidFill>
                <a:latin typeface="Arial"/>
                <a:ea typeface="Arial"/>
                <a:cs typeface="Arial"/>
                <a:sym typeface="Arial"/>
              </a:defRPr>
            </a:lvl3pPr>
            <a:lvl4pPr indent="0" lvl="3" marL="0" marR="0" rtl="0" algn="r">
              <a:spcBef>
                <a:spcPts val="0"/>
              </a:spcBef>
              <a:buNone/>
              <a:defRPr b="0" sz="700" u="none">
                <a:solidFill>
                  <a:schemeClr val="dk1"/>
                </a:solidFill>
                <a:latin typeface="Arial"/>
                <a:ea typeface="Arial"/>
                <a:cs typeface="Arial"/>
                <a:sym typeface="Arial"/>
              </a:defRPr>
            </a:lvl4pPr>
            <a:lvl5pPr indent="0" lvl="4" marL="0" marR="0" rtl="0" algn="r">
              <a:spcBef>
                <a:spcPts val="0"/>
              </a:spcBef>
              <a:buNone/>
              <a:defRPr b="0" sz="700" u="none">
                <a:solidFill>
                  <a:schemeClr val="dk1"/>
                </a:solidFill>
                <a:latin typeface="Arial"/>
                <a:ea typeface="Arial"/>
                <a:cs typeface="Arial"/>
                <a:sym typeface="Arial"/>
              </a:defRPr>
            </a:lvl5pPr>
            <a:lvl6pPr indent="0" lvl="5" marL="0" marR="0" rtl="0" algn="r">
              <a:spcBef>
                <a:spcPts val="0"/>
              </a:spcBef>
              <a:buNone/>
              <a:defRPr b="0" sz="700" u="none">
                <a:solidFill>
                  <a:schemeClr val="dk1"/>
                </a:solidFill>
                <a:latin typeface="Arial"/>
                <a:ea typeface="Arial"/>
                <a:cs typeface="Arial"/>
                <a:sym typeface="Arial"/>
              </a:defRPr>
            </a:lvl6pPr>
            <a:lvl7pPr indent="0" lvl="6" marL="0" marR="0" rtl="0" algn="r">
              <a:spcBef>
                <a:spcPts val="0"/>
              </a:spcBef>
              <a:buNone/>
              <a:defRPr b="0" sz="700" u="none">
                <a:solidFill>
                  <a:schemeClr val="dk1"/>
                </a:solidFill>
                <a:latin typeface="Arial"/>
                <a:ea typeface="Arial"/>
                <a:cs typeface="Arial"/>
                <a:sym typeface="Arial"/>
              </a:defRPr>
            </a:lvl7pPr>
            <a:lvl8pPr indent="0" lvl="7" marL="0" marR="0" rtl="0" algn="r">
              <a:spcBef>
                <a:spcPts val="0"/>
              </a:spcBef>
              <a:buNone/>
              <a:defRPr b="0" sz="700" u="none">
                <a:solidFill>
                  <a:schemeClr val="dk1"/>
                </a:solidFill>
                <a:latin typeface="Arial"/>
                <a:ea typeface="Arial"/>
                <a:cs typeface="Arial"/>
                <a:sym typeface="Arial"/>
              </a:defRPr>
            </a:lvl8pPr>
            <a:lvl9pPr indent="0" lvl="8" marL="0" marR="0" rtl="0" algn="r">
              <a:spcBef>
                <a:spcPts val="0"/>
              </a:spcBef>
              <a:buNone/>
              <a:defRPr b="0" sz="7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395" name="Google Shape;395;p6"/>
          <p:cNvSpPr/>
          <p:nvPr/>
        </p:nvSpPr>
        <p:spPr>
          <a:xfrm>
            <a:off x="388800" y="1196733"/>
            <a:ext cx="8757047" cy="72000"/>
          </a:xfrm>
          <a:prstGeom prst="rect">
            <a:avLst/>
          </a:prstGeom>
          <a:solidFill>
            <a:srgbClr val="7BB72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396" name="Google Shape;396;p6"/>
          <p:cNvSpPr/>
          <p:nvPr/>
        </p:nvSpPr>
        <p:spPr>
          <a:xfrm>
            <a:off x="387900" y="6538526"/>
            <a:ext cx="8756100" cy="10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grpSp>
        <p:nvGrpSpPr>
          <p:cNvPr id="397" name="Google Shape;397;p6"/>
          <p:cNvGrpSpPr/>
          <p:nvPr/>
        </p:nvGrpSpPr>
        <p:grpSpPr>
          <a:xfrm>
            <a:off x="-292893" y="160153"/>
            <a:ext cx="250031" cy="136812"/>
            <a:chOff x="-133350" y="2711163"/>
            <a:chExt cx="333375" cy="136812"/>
          </a:xfrm>
        </p:grpSpPr>
        <p:cxnSp>
          <p:nvCxnSpPr>
            <p:cNvPr id="398" name="Google Shape;398;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399" name="Google Shape;399;p6"/>
            <p:cNvSpPr txBox="1"/>
            <p:nvPr/>
          </p:nvSpPr>
          <p:spPr>
            <a:xfrm>
              <a:off x="-95973"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08,70</a:t>
              </a:r>
              <a:endParaRPr/>
            </a:p>
          </p:txBody>
        </p:sp>
      </p:grpSp>
      <p:grpSp>
        <p:nvGrpSpPr>
          <p:cNvPr id="400" name="Google Shape;400;p6"/>
          <p:cNvGrpSpPr/>
          <p:nvPr/>
        </p:nvGrpSpPr>
        <p:grpSpPr>
          <a:xfrm>
            <a:off x="-292893" y="1131703"/>
            <a:ext cx="250031" cy="136812"/>
            <a:chOff x="-133350" y="2711163"/>
            <a:chExt cx="333375" cy="136812"/>
          </a:xfrm>
        </p:grpSpPr>
        <p:cxnSp>
          <p:nvCxnSpPr>
            <p:cNvPr id="401" name="Google Shape;401;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02" name="Google Shape;402;p6"/>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06,00</a:t>
              </a:r>
              <a:endParaRPr/>
            </a:p>
          </p:txBody>
        </p:sp>
      </p:grpSp>
      <p:grpSp>
        <p:nvGrpSpPr>
          <p:cNvPr id="403" name="Google Shape;403;p6"/>
          <p:cNvGrpSpPr/>
          <p:nvPr/>
        </p:nvGrpSpPr>
        <p:grpSpPr>
          <a:xfrm>
            <a:off x="-292893" y="1491963"/>
            <a:ext cx="250031" cy="136812"/>
            <a:chOff x="-133350" y="2711163"/>
            <a:chExt cx="333375" cy="136812"/>
          </a:xfrm>
        </p:grpSpPr>
        <p:cxnSp>
          <p:nvCxnSpPr>
            <p:cNvPr id="404" name="Google Shape;404;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05" name="Google Shape;405;p6"/>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05,00</a:t>
              </a:r>
              <a:endParaRPr/>
            </a:p>
          </p:txBody>
        </p:sp>
      </p:grpSp>
      <p:grpSp>
        <p:nvGrpSpPr>
          <p:cNvPr id="406" name="Google Shape;406;p6"/>
          <p:cNvGrpSpPr/>
          <p:nvPr/>
        </p:nvGrpSpPr>
        <p:grpSpPr>
          <a:xfrm>
            <a:off x="-292893" y="3292188"/>
            <a:ext cx="250031" cy="136812"/>
            <a:chOff x="-133350" y="2711163"/>
            <a:chExt cx="333375" cy="136812"/>
          </a:xfrm>
        </p:grpSpPr>
        <p:cxnSp>
          <p:nvCxnSpPr>
            <p:cNvPr id="407" name="Google Shape;407;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08" name="Google Shape;408;p6"/>
            <p:cNvSpPr txBox="1"/>
            <p:nvPr/>
          </p:nvSpPr>
          <p:spPr>
            <a:xfrm>
              <a:off x="-95971"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00,00</a:t>
              </a:r>
              <a:endParaRPr/>
            </a:p>
          </p:txBody>
        </p:sp>
      </p:grpSp>
      <p:grpSp>
        <p:nvGrpSpPr>
          <p:cNvPr id="409" name="Google Shape;409;p6"/>
          <p:cNvGrpSpPr/>
          <p:nvPr/>
        </p:nvGrpSpPr>
        <p:grpSpPr>
          <a:xfrm>
            <a:off x="-292893" y="6063963"/>
            <a:ext cx="250031" cy="136812"/>
            <a:chOff x="-133350" y="2711163"/>
            <a:chExt cx="333375" cy="136812"/>
          </a:xfrm>
        </p:grpSpPr>
        <p:cxnSp>
          <p:nvCxnSpPr>
            <p:cNvPr id="410" name="Google Shape;410;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11" name="Google Shape;411;p6"/>
            <p:cNvSpPr txBox="1"/>
            <p:nvPr/>
          </p:nvSpPr>
          <p:spPr>
            <a:xfrm>
              <a:off x="-95970"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07,70</a:t>
              </a:r>
              <a:endParaRPr/>
            </a:p>
          </p:txBody>
        </p:sp>
      </p:grpSp>
      <p:grpSp>
        <p:nvGrpSpPr>
          <p:cNvPr id="412" name="Google Shape;412;p6"/>
          <p:cNvGrpSpPr/>
          <p:nvPr/>
        </p:nvGrpSpPr>
        <p:grpSpPr>
          <a:xfrm>
            <a:off x="-292893" y="6495763"/>
            <a:ext cx="250031" cy="136812"/>
            <a:chOff x="-133350" y="2711163"/>
            <a:chExt cx="333375" cy="136812"/>
          </a:xfrm>
        </p:grpSpPr>
        <p:cxnSp>
          <p:nvCxnSpPr>
            <p:cNvPr id="413" name="Google Shape;413;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14" name="Google Shape;414;p6"/>
            <p:cNvSpPr txBox="1"/>
            <p:nvPr/>
          </p:nvSpPr>
          <p:spPr>
            <a:xfrm>
              <a:off x="-95969" y="2711163"/>
              <a:ext cx="258619" cy="93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08,90</a:t>
              </a:r>
              <a:endParaRPr/>
            </a:p>
          </p:txBody>
        </p:sp>
      </p:grpSp>
      <p:grpSp>
        <p:nvGrpSpPr>
          <p:cNvPr id="415" name="Google Shape;415;p6"/>
          <p:cNvGrpSpPr/>
          <p:nvPr/>
        </p:nvGrpSpPr>
        <p:grpSpPr>
          <a:xfrm rot="-5400000">
            <a:off x="169567" y="-282035"/>
            <a:ext cx="333375" cy="102606"/>
            <a:chOff x="-133350" y="2711167"/>
            <a:chExt cx="333375" cy="136808"/>
          </a:xfrm>
        </p:grpSpPr>
        <p:cxnSp>
          <p:nvCxnSpPr>
            <p:cNvPr id="416" name="Google Shape;416;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17" name="Google Shape;417;p6"/>
            <p:cNvSpPr txBox="1"/>
            <p:nvPr/>
          </p:nvSpPr>
          <p:spPr>
            <a:xfrm>
              <a:off x="-63646" y="2711167"/>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grpSp>
        <p:nvGrpSpPr>
          <p:cNvPr id="418" name="Google Shape;418;p6"/>
          <p:cNvGrpSpPr/>
          <p:nvPr/>
        </p:nvGrpSpPr>
        <p:grpSpPr>
          <a:xfrm rot="-5400000">
            <a:off x="4273057" y="-282036"/>
            <a:ext cx="333375" cy="102603"/>
            <a:chOff x="-133350" y="2711171"/>
            <a:chExt cx="333375" cy="136804"/>
          </a:xfrm>
        </p:grpSpPr>
        <p:cxnSp>
          <p:nvCxnSpPr>
            <p:cNvPr id="419" name="Google Shape;419;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20" name="Google Shape;420;p6"/>
            <p:cNvSpPr txBox="1"/>
            <p:nvPr/>
          </p:nvSpPr>
          <p:spPr>
            <a:xfrm>
              <a:off x="-63643" y="271117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grpSp>
        <p:nvGrpSpPr>
          <p:cNvPr id="421" name="Google Shape;421;p6"/>
          <p:cNvGrpSpPr/>
          <p:nvPr/>
        </p:nvGrpSpPr>
        <p:grpSpPr>
          <a:xfrm>
            <a:off x="4652949" y="-397423"/>
            <a:ext cx="93680" cy="333375"/>
            <a:chOff x="6416680" y="-397423"/>
            <a:chExt cx="124907" cy="333375"/>
          </a:xfrm>
        </p:grpSpPr>
        <p:cxnSp>
          <p:nvCxnSpPr>
            <p:cNvPr id="422" name="Google Shape;422;p6"/>
            <p:cNvCxnSpPr/>
            <p:nvPr/>
          </p:nvCxnSpPr>
          <p:spPr>
            <a:xfrm rot="-5400000">
              <a:off x="6249993" y="-230736"/>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23" name="Google Shape;423;p6"/>
            <p:cNvSpPr txBox="1"/>
            <p:nvPr/>
          </p:nvSpPr>
          <p:spPr>
            <a:xfrm rot="-5400000">
              <a:off x="6382151" y="-293191"/>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00,30</a:t>
              </a:r>
              <a:endParaRPr/>
            </a:p>
          </p:txBody>
        </p:sp>
      </p:grpSp>
      <p:cxnSp>
        <p:nvCxnSpPr>
          <p:cNvPr id="424" name="Google Shape;424;p6"/>
          <p:cNvCxnSpPr/>
          <p:nvPr/>
        </p:nvCxnSpPr>
        <p:spPr>
          <a:xfrm rot="-5400000">
            <a:off x="4405313" y="-230736"/>
            <a:ext cx="333375" cy="0"/>
          </a:xfrm>
          <a:prstGeom prst="straightConnector1">
            <a:avLst/>
          </a:prstGeom>
          <a:noFill/>
          <a:ln cap="flat" cmpd="sng" w="9525">
            <a:solidFill>
              <a:schemeClr val="accent6"/>
            </a:solidFill>
            <a:prstDash val="solid"/>
            <a:miter lim="800000"/>
            <a:headEnd len="sm" w="sm" type="none"/>
            <a:tailEnd len="sm" w="sm" type="none"/>
          </a:ln>
        </p:spPr>
      </p:cxnSp>
      <p:grpSp>
        <p:nvGrpSpPr>
          <p:cNvPr id="425" name="Google Shape;425;p6"/>
          <p:cNvGrpSpPr/>
          <p:nvPr/>
        </p:nvGrpSpPr>
        <p:grpSpPr>
          <a:xfrm rot="-5400000">
            <a:off x="8543829" y="-282039"/>
            <a:ext cx="333375" cy="102600"/>
            <a:chOff x="-133350" y="2711175"/>
            <a:chExt cx="333375" cy="136800"/>
          </a:xfrm>
        </p:grpSpPr>
        <p:cxnSp>
          <p:nvCxnSpPr>
            <p:cNvPr id="426" name="Google Shape;426;p6"/>
            <p:cNvCxnSpPr/>
            <p:nvPr/>
          </p:nvCxnSpPr>
          <p:spPr>
            <a:xfrm>
              <a:off x="-133350" y="2847975"/>
              <a:ext cx="333375" cy="0"/>
            </a:xfrm>
            <a:prstGeom prst="straightConnector1">
              <a:avLst/>
            </a:prstGeom>
            <a:noFill/>
            <a:ln cap="flat" cmpd="sng" w="9525">
              <a:solidFill>
                <a:schemeClr val="accent6"/>
              </a:solidFill>
              <a:prstDash val="solid"/>
              <a:miter lim="800000"/>
              <a:headEnd len="sm" w="sm" type="none"/>
              <a:tailEnd len="sm" w="sm" type="none"/>
            </a:ln>
          </p:spPr>
        </p:cxnSp>
        <p:sp>
          <p:nvSpPr>
            <p:cNvPr id="427" name="Google Shape;427;p6"/>
            <p:cNvSpPr txBox="1"/>
            <p:nvPr/>
          </p:nvSpPr>
          <p:spPr>
            <a:xfrm>
              <a:off x="-63640" y="2711175"/>
              <a:ext cx="193964" cy="12490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chemeClr val="accent6"/>
                </a:buClr>
                <a:buSzPts val="600"/>
                <a:buFont typeface="Arial"/>
                <a:buNone/>
              </a:pPr>
              <a:r>
                <a:rPr b="0" i="0" lang="de-DE" sz="600" u="none" cap="none" strike="noStrike">
                  <a:solidFill>
                    <a:schemeClr val="accent6"/>
                  </a:solidFill>
                  <a:latin typeface="Arial"/>
                  <a:ea typeface="Arial"/>
                  <a:cs typeface="Arial"/>
                  <a:sym typeface="Arial"/>
                </a:rPr>
                <a:t>15,50</a:t>
              </a:r>
              <a:endParaRPr/>
            </a:p>
          </p:txBody>
        </p:sp>
      </p:grpSp>
      <p:sp>
        <p:nvSpPr>
          <p:cNvPr id="428" name="Google Shape;428;p6"/>
          <p:cNvSpPr/>
          <p:nvPr/>
        </p:nvSpPr>
        <p:spPr>
          <a:xfrm>
            <a:off x="7673724" y="296770"/>
            <a:ext cx="1080000" cy="412328"/>
          </a:xfrm>
          <a:custGeom>
            <a:rect b="b" l="l" r="r" t="t"/>
            <a:pathLst>
              <a:path extrusionOk="0" h="1831428" w="479701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guide id="3" pos="244">
          <p15:clr>
            <a:srgbClr val="F26B43"/>
          </p15:clr>
        </p15:guide>
        <p15:guide id="4" pos="5516">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2931">
          <p15:clr>
            <a:srgbClr val="F26B43"/>
          </p15:clr>
        </p15:guide>
        <p15:guide id="11" pos="282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pic>
        <p:nvPicPr>
          <p:cNvPr descr="Ein Bild, das Text, Szene, Straße, Weg enthält.&#10;&#10;Automatisch generierte Beschreibung" id="982" name="Google Shape;982;p27"/>
          <p:cNvPicPr preferRelativeResize="0"/>
          <p:nvPr>
            <p:ph idx="2" type="pic"/>
          </p:nvPr>
        </p:nvPicPr>
        <p:blipFill rotWithShape="1">
          <a:blip r:embed="rId3">
            <a:alphaModFix/>
          </a:blip>
          <a:srcRect b="0" l="653" r="20954" t="20300"/>
          <a:stretch/>
        </p:blipFill>
        <p:spPr>
          <a:xfrm>
            <a:off x="0" y="1628775"/>
            <a:ext cx="9144000" cy="5229226"/>
          </a:xfrm>
          <a:prstGeom prst="rect">
            <a:avLst/>
          </a:prstGeom>
          <a:solidFill>
            <a:srgbClr val="F2F2F2"/>
          </a:solidFill>
          <a:ln>
            <a:noFill/>
          </a:ln>
        </p:spPr>
      </p:pic>
      <p:sp>
        <p:nvSpPr>
          <p:cNvPr id="983" name="Google Shape;983;p27"/>
          <p:cNvSpPr txBox="1"/>
          <p:nvPr>
            <p:ph idx="1" type="body"/>
          </p:nvPr>
        </p:nvSpPr>
        <p:spPr>
          <a:xfrm>
            <a:off x="249175" y="1628775"/>
            <a:ext cx="8613000" cy="5003700"/>
          </a:xfrm>
          <a:prstGeom prst="rect">
            <a:avLst/>
          </a:prstGeom>
          <a:gradFill>
            <a:gsLst>
              <a:gs pos="0">
                <a:schemeClr val="accent4"/>
              </a:gs>
              <a:gs pos="5000">
                <a:schemeClr val="accent4"/>
              </a:gs>
              <a:gs pos="50000">
                <a:srgbClr val="7BB725">
                  <a:alpha val="49803"/>
                </a:srgbClr>
              </a:gs>
              <a:gs pos="100000">
                <a:srgbClr val="7BB725">
                  <a:alpha val="20000"/>
                </a:srgbClr>
              </a:gs>
            </a:gsLst>
            <a:lin ang="5400000" scaled="0"/>
          </a:gradFill>
          <a:ln>
            <a:noFill/>
          </a:ln>
        </p:spPr>
        <p:txBody>
          <a:bodyPr anchorCtr="0" anchor="t" bIns="0" lIns="540000" spcFirstLastPara="1" rIns="0" wrap="square" tIns="1188000">
            <a:noAutofit/>
          </a:bodyPr>
          <a:lstStyle/>
          <a:p>
            <a:pPr indent="0" lvl="0" marL="0" rtl="0" algn="l">
              <a:lnSpc>
                <a:spcPct val="110000"/>
              </a:lnSpc>
              <a:spcBef>
                <a:spcPts val="0"/>
              </a:spcBef>
              <a:spcAft>
                <a:spcPts val="0"/>
              </a:spcAft>
              <a:buClr>
                <a:schemeClr val="lt1"/>
              </a:buClr>
              <a:buSzPts val="3000"/>
              <a:buNone/>
            </a:pPr>
            <a:r>
              <a:rPr lang="de-DE">
                <a:latin typeface="Noto Serif Georgian"/>
                <a:ea typeface="Noto Serif Georgian"/>
                <a:cs typeface="Noto Serif Georgian"/>
                <a:sym typeface="Noto Serif Georgian"/>
              </a:rPr>
              <a:t>Presentation</a:t>
            </a:r>
            <a:endParaRPr b="0">
              <a:latin typeface="Noto Serif Georgian SemiBold"/>
              <a:ea typeface="Noto Serif Georgian SemiBold"/>
              <a:cs typeface="Noto Serif Georgian SemiBold"/>
              <a:sym typeface="Noto Serif Georgian SemiBold"/>
            </a:endParaRPr>
          </a:p>
          <a:p>
            <a:pPr indent="0" lvl="0" marL="0" rtl="0" algn="ctr">
              <a:lnSpc>
                <a:spcPct val="110000"/>
              </a:lnSpc>
              <a:spcBef>
                <a:spcPts val="0"/>
              </a:spcBef>
              <a:spcAft>
                <a:spcPts val="0"/>
              </a:spcAft>
              <a:buClr>
                <a:schemeClr val="lt1"/>
              </a:buClr>
              <a:buSzPts val="3000"/>
              <a:buNone/>
            </a:pPr>
            <a:r>
              <a:rPr lang="de-DE" sz="2500">
                <a:latin typeface="Noto Serif Georgian"/>
                <a:ea typeface="Noto Serif Georgian"/>
                <a:cs typeface="Noto Serif Georgian"/>
                <a:sym typeface="Noto Serif Georgian"/>
              </a:rPr>
              <a:t>“Local RAG Chatbot for customer service” </a:t>
            </a:r>
            <a:endParaRPr sz="1800">
              <a:latin typeface="Noto Serif Georgian"/>
              <a:ea typeface="Noto Serif Georgian"/>
              <a:cs typeface="Noto Serif Georgian"/>
              <a:sym typeface="Noto Serif Georgian"/>
            </a:endParaRPr>
          </a:p>
          <a:p>
            <a:pPr indent="0" lvl="0" marL="0" rtl="0" algn="l">
              <a:lnSpc>
                <a:spcPct val="110000"/>
              </a:lnSpc>
              <a:spcBef>
                <a:spcPts val="0"/>
              </a:spcBef>
              <a:spcAft>
                <a:spcPts val="0"/>
              </a:spcAft>
              <a:buClr>
                <a:schemeClr val="lt1"/>
              </a:buClr>
              <a:buSzPts val="3000"/>
              <a:buNone/>
            </a:pPr>
            <a:r>
              <a:t/>
            </a:r>
            <a:endParaRPr b="0" sz="2400">
              <a:latin typeface="Noto Serif Georgian SemiBold"/>
              <a:ea typeface="Noto Serif Georgian SemiBold"/>
              <a:cs typeface="Noto Serif Georgian SemiBold"/>
              <a:sym typeface="Noto Serif Georgian SemiBold"/>
            </a:endParaRPr>
          </a:p>
          <a:p>
            <a:pPr indent="0" lvl="0" marL="0" rtl="0" algn="l">
              <a:lnSpc>
                <a:spcPct val="110000"/>
              </a:lnSpc>
              <a:spcBef>
                <a:spcPts val="0"/>
              </a:spcBef>
              <a:spcAft>
                <a:spcPts val="0"/>
              </a:spcAft>
              <a:buClr>
                <a:schemeClr val="lt1"/>
              </a:buClr>
              <a:buSzPts val="3000"/>
              <a:buNone/>
            </a:pPr>
            <a:r>
              <a:t/>
            </a:r>
            <a:endParaRPr b="0" sz="2400">
              <a:latin typeface="Noto Serif Georgian SemiBold"/>
              <a:ea typeface="Noto Serif Georgian SemiBold"/>
              <a:cs typeface="Noto Serif Georgian SemiBold"/>
              <a:sym typeface="Noto Serif Georgian SemiBold"/>
            </a:endParaRPr>
          </a:p>
          <a:p>
            <a:pPr indent="0" lvl="0" marL="0" rtl="0" algn="l">
              <a:lnSpc>
                <a:spcPct val="110000"/>
              </a:lnSpc>
              <a:spcBef>
                <a:spcPts val="0"/>
              </a:spcBef>
              <a:spcAft>
                <a:spcPts val="0"/>
              </a:spcAft>
              <a:buClr>
                <a:schemeClr val="lt1"/>
              </a:buClr>
              <a:buSzPts val="3000"/>
              <a:buNone/>
            </a:pPr>
            <a:r>
              <a:t/>
            </a:r>
            <a:endParaRPr b="0" sz="2400">
              <a:latin typeface="Noto Serif Georgian SemiBold"/>
              <a:ea typeface="Noto Serif Georgian SemiBold"/>
              <a:cs typeface="Noto Serif Georgian SemiBold"/>
              <a:sym typeface="Noto Serif Georgian SemiBold"/>
            </a:endParaRPr>
          </a:p>
          <a:p>
            <a:pPr indent="0" lvl="0" marL="0" rtl="0" algn="l">
              <a:lnSpc>
                <a:spcPct val="110000"/>
              </a:lnSpc>
              <a:spcBef>
                <a:spcPts val="0"/>
              </a:spcBef>
              <a:spcAft>
                <a:spcPts val="0"/>
              </a:spcAft>
              <a:buClr>
                <a:schemeClr val="lt1"/>
              </a:buClr>
              <a:buSzPts val="3000"/>
              <a:buNone/>
            </a:pPr>
            <a:r>
              <a:t/>
            </a:r>
            <a:endParaRPr b="0" sz="2400">
              <a:latin typeface="Noto Serif Georgian SemiBold"/>
              <a:ea typeface="Noto Serif Georgian SemiBold"/>
              <a:cs typeface="Noto Serif Georgian SemiBold"/>
              <a:sym typeface="Noto Serif Georgian SemiBold"/>
            </a:endParaRPr>
          </a:p>
          <a:p>
            <a:pPr indent="0" lvl="0" marL="0" rtl="0" algn="r">
              <a:lnSpc>
                <a:spcPct val="110000"/>
              </a:lnSpc>
              <a:spcBef>
                <a:spcPts val="0"/>
              </a:spcBef>
              <a:spcAft>
                <a:spcPts val="0"/>
              </a:spcAft>
              <a:buClr>
                <a:schemeClr val="lt1"/>
              </a:buClr>
              <a:buSzPts val="3000"/>
              <a:buNone/>
            </a:pPr>
            <a:r>
              <a:rPr b="0" lang="de-DE" sz="2000">
                <a:latin typeface="Noto Serif Georgian"/>
                <a:ea typeface="Noto Serif Georgian"/>
                <a:cs typeface="Noto Serif Georgian"/>
                <a:sym typeface="Noto Serif Georgian"/>
              </a:rPr>
              <a:t>Presented by Yuliia</a:t>
            </a:r>
            <a:r>
              <a:rPr b="0" lang="de-DE" sz="2000">
                <a:latin typeface="Noto Serif Georgian"/>
                <a:ea typeface="Noto Serif Georgian"/>
                <a:cs typeface="Noto Serif Georgian"/>
                <a:sym typeface="Noto Serif Georgian"/>
              </a:rPr>
              <a:t> </a:t>
            </a:r>
            <a:r>
              <a:rPr b="0" lang="de-DE" sz="2000">
                <a:latin typeface="Noto Serif Georgian"/>
                <a:ea typeface="Noto Serif Georgian"/>
                <a:cs typeface="Noto Serif Georgian"/>
                <a:sym typeface="Noto Serif Georgian"/>
              </a:rPr>
              <a:t>Herasymenko </a:t>
            </a:r>
            <a:endParaRPr b="0" sz="2000">
              <a:latin typeface="Noto Serif Georgian"/>
              <a:ea typeface="Noto Serif Georgian"/>
              <a:cs typeface="Noto Serif Georgian"/>
              <a:sym typeface="Noto Serif Georgian"/>
            </a:endParaRPr>
          </a:p>
          <a:p>
            <a:pPr indent="0" lvl="0" marL="0" rtl="0" algn="r">
              <a:spcBef>
                <a:spcPts val="0"/>
              </a:spcBef>
              <a:spcAft>
                <a:spcPts val="0"/>
              </a:spcAft>
              <a:buClr>
                <a:schemeClr val="lt1"/>
              </a:buClr>
              <a:buSzPts val="3000"/>
              <a:buNone/>
            </a:pPr>
            <a:r>
              <a:rPr b="0" lang="de-DE" sz="1600">
                <a:latin typeface="Noto Serif Georgian Light"/>
                <a:ea typeface="Noto Serif Georgian Light"/>
                <a:cs typeface="Noto Serif Georgian Light"/>
                <a:sym typeface="Noto Serif Georgian Light"/>
              </a:rPr>
              <a:t>Email: gerasymenkojulia2@gmail.com</a:t>
            </a:r>
            <a:endParaRPr b="0" sz="1600">
              <a:latin typeface="Noto Serif Georgian Light"/>
              <a:ea typeface="Noto Serif Georgian Light"/>
              <a:cs typeface="Noto Serif Georgian Light"/>
              <a:sym typeface="Noto Serif Georgian Light"/>
            </a:endParaRPr>
          </a:p>
          <a:p>
            <a:pPr indent="0" lvl="0" marL="0" rtl="0" algn="r">
              <a:spcBef>
                <a:spcPts val="0"/>
              </a:spcBef>
              <a:spcAft>
                <a:spcPts val="0"/>
              </a:spcAft>
              <a:buClr>
                <a:schemeClr val="lt1"/>
              </a:buClr>
              <a:buSzPts val="3000"/>
              <a:buNone/>
            </a:pPr>
            <a:r>
              <a:t/>
            </a:r>
            <a:endParaRPr b="0" sz="1800">
              <a:latin typeface="Noto Serif Georgian SemiBold"/>
              <a:ea typeface="Noto Serif Georgian SemiBold"/>
              <a:cs typeface="Noto Serif Georgian SemiBold"/>
              <a:sym typeface="Noto Serif Georgian SemiBold"/>
            </a:endParaRPr>
          </a:p>
          <a:p>
            <a:pPr indent="0" lvl="0" marL="0" rtl="0" algn="r">
              <a:lnSpc>
                <a:spcPct val="110000"/>
              </a:lnSpc>
              <a:spcBef>
                <a:spcPts val="0"/>
              </a:spcBef>
              <a:spcAft>
                <a:spcPts val="0"/>
              </a:spcAft>
              <a:buClr>
                <a:schemeClr val="lt1"/>
              </a:buClr>
              <a:buSzPts val="3000"/>
              <a:buNone/>
            </a:pPr>
            <a:r>
              <a:rPr b="0" lang="de-DE" sz="1800">
                <a:latin typeface="Noto Serif Georgian SemiBold"/>
                <a:ea typeface="Noto Serif Georgian SemiBold"/>
                <a:cs typeface="Noto Serif Georgian SemiBold"/>
                <a:sym typeface="Noto Serif Georgian SemiBold"/>
              </a:rPr>
              <a:t> 	  </a:t>
            </a:r>
            <a:endParaRPr b="0" sz="1800">
              <a:latin typeface="Noto Serif Georgian SemiBold"/>
              <a:ea typeface="Noto Serif Georgian SemiBold"/>
              <a:cs typeface="Noto Serif Georgian SemiBold"/>
              <a:sym typeface="Noto Serif Georgian SemiBold"/>
            </a:endParaRPr>
          </a:p>
          <a:p>
            <a:pPr indent="0" lvl="0" marL="0" rtl="0" algn="ctr">
              <a:lnSpc>
                <a:spcPct val="110000"/>
              </a:lnSpc>
              <a:spcBef>
                <a:spcPts val="0"/>
              </a:spcBef>
              <a:spcAft>
                <a:spcPts val="0"/>
              </a:spcAft>
              <a:buClr>
                <a:schemeClr val="lt1"/>
              </a:buClr>
              <a:buSzPts val="3000"/>
              <a:buNone/>
            </a:pPr>
            <a:r>
              <a:t/>
            </a:r>
            <a:endParaRPr b="0" sz="1800">
              <a:latin typeface="Noto Serif Georgian SemiBold"/>
              <a:ea typeface="Noto Serif Georgian SemiBold"/>
              <a:cs typeface="Noto Serif Georgian SemiBold"/>
              <a:sym typeface="Noto Serif Georgian SemiBold"/>
            </a:endParaRPr>
          </a:p>
          <a:p>
            <a:pPr indent="0" lvl="0" marL="0" rtl="0" algn="r">
              <a:lnSpc>
                <a:spcPct val="110000"/>
              </a:lnSpc>
              <a:spcBef>
                <a:spcPts val="0"/>
              </a:spcBef>
              <a:spcAft>
                <a:spcPts val="0"/>
              </a:spcAft>
              <a:buClr>
                <a:schemeClr val="lt1"/>
              </a:buClr>
              <a:buSzPts val="3000"/>
              <a:buNone/>
            </a:pPr>
            <a:r>
              <a:t/>
            </a:r>
            <a:endParaRPr b="0" sz="1800">
              <a:latin typeface="Noto Serif Georgian SemiBold"/>
              <a:ea typeface="Noto Serif Georgian SemiBold"/>
              <a:cs typeface="Noto Serif Georgian SemiBold"/>
              <a:sym typeface="Noto Serif Georgian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28"/>
          <p:cNvSpPr txBox="1"/>
          <p:nvPr>
            <p:ph idx="11" type="ftr"/>
          </p:nvPr>
        </p:nvSpPr>
        <p:spPr>
          <a:xfrm>
            <a:off x="424800" y="6598800"/>
            <a:ext cx="81279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de-DE">
                <a:latin typeface="Noto Serif Georgian"/>
                <a:ea typeface="Noto Serif Georgian"/>
                <a:cs typeface="Noto Serif Georgian"/>
                <a:sym typeface="Noto Serif Georgian"/>
              </a:rPr>
              <a:t>Y. Herasymenko: “Local RAG Chatbot for customer service”</a:t>
            </a:r>
            <a:endParaRPr>
              <a:latin typeface="Noto Serif Georgian"/>
              <a:ea typeface="Noto Serif Georgian"/>
              <a:cs typeface="Noto Serif Georgian"/>
              <a:sym typeface="Noto Serif Georgian"/>
            </a:endParaRPr>
          </a:p>
        </p:txBody>
      </p:sp>
      <p:sp>
        <p:nvSpPr>
          <p:cNvPr id="989" name="Google Shape;989;p28"/>
          <p:cNvSpPr txBox="1"/>
          <p:nvPr>
            <p:ph idx="12" type="sldNum"/>
          </p:nvPr>
        </p:nvSpPr>
        <p:spPr>
          <a:xfrm>
            <a:off x="8707354" y="6634667"/>
            <a:ext cx="498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latin typeface="Noto Serif Georgian"/>
                <a:ea typeface="Noto Serif Georgian"/>
                <a:cs typeface="Noto Serif Georgian"/>
                <a:sym typeface="Noto Serif Georgian"/>
              </a:rPr>
              <a:t>‹#›</a:t>
            </a:fld>
            <a:endParaRPr>
              <a:latin typeface="Noto Serif Georgian"/>
              <a:ea typeface="Noto Serif Georgian"/>
              <a:cs typeface="Noto Serif Georgian"/>
              <a:sym typeface="Noto Serif Georgian"/>
            </a:endParaRPr>
          </a:p>
        </p:txBody>
      </p:sp>
      <p:sp>
        <p:nvSpPr>
          <p:cNvPr id="990" name="Google Shape;990;p28"/>
          <p:cNvSpPr txBox="1"/>
          <p:nvPr>
            <p:ph type="title"/>
          </p:nvPr>
        </p:nvSpPr>
        <p:spPr>
          <a:xfrm>
            <a:off x="388739" y="301186"/>
            <a:ext cx="5133300" cy="277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Agenda</a:t>
            </a:r>
            <a:endParaRPr b="0">
              <a:latin typeface="Noto Serif Georgian SemiBold"/>
              <a:ea typeface="Noto Serif Georgian SemiBold"/>
              <a:cs typeface="Noto Serif Georgian SemiBold"/>
              <a:sym typeface="Noto Serif Georgian SemiBold"/>
            </a:endParaRPr>
          </a:p>
        </p:txBody>
      </p:sp>
      <p:sp>
        <p:nvSpPr>
          <p:cNvPr id="991" name="Google Shape;991;p28"/>
          <p:cNvSpPr txBox="1"/>
          <p:nvPr/>
        </p:nvSpPr>
        <p:spPr>
          <a:xfrm>
            <a:off x="387350" y="1387200"/>
            <a:ext cx="8713200" cy="50610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Noto Serif Georgian"/>
              <a:buAutoNum type="romanUcPeriod"/>
            </a:pPr>
            <a:r>
              <a:rPr lang="de-DE">
                <a:solidFill>
                  <a:schemeClr val="dk1"/>
                </a:solidFill>
                <a:latin typeface="Noto Serif Georgian"/>
                <a:ea typeface="Noto Serif Georgian"/>
                <a:cs typeface="Noto Serif Georgian"/>
                <a:sym typeface="Noto Serif Georgian"/>
              </a:rPr>
              <a:t>Introduction &amp; Context</a:t>
            </a:r>
            <a:endParaRPr>
              <a:solidFill>
                <a:schemeClr val="dk1"/>
              </a:solidFill>
              <a:latin typeface="Noto Serif Georgian"/>
              <a:ea typeface="Noto Serif Georgian"/>
              <a:cs typeface="Noto Serif Georgian"/>
              <a:sym typeface="Noto Serif Georgian"/>
            </a:endParaRPr>
          </a:p>
          <a:p>
            <a:pPr indent="-317500" lvl="0" marL="457200" rtl="0" algn="l">
              <a:lnSpc>
                <a:spcPct val="150000"/>
              </a:lnSpc>
              <a:spcBef>
                <a:spcPts val="1000"/>
              </a:spcBef>
              <a:spcAft>
                <a:spcPts val="0"/>
              </a:spcAft>
              <a:buClr>
                <a:schemeClr val="dk1"/>
              </a:buClr>
              <a:buSzPts val="1400"/>
              <a:buFont typeface="Noto Serif Georgian"/>
              <a:buAutoNum type="romanUcPeriod"/>
            </a:pPr>
            <a:r>
              <a:rPr lang="de-DE">
                <a:solidFill>
                  <a:schemeClr val="dk1"/>
                </a:solidFill>
                <a:latin typeface="Noto Serif Georgian"/>
                <a:ea typeface="Noto Serif Georgian"/>
                <a:cs typeface="Noto Serif Georgian"/>
                <a:sym typeface="Noto Serif Georgian"/>
              </a:rPr>
              <a:t>Part 1: Setup &amp; Knowledge Base</a:t>
            </a:r>
            <a:endParaRPr>
              <a:solidFill>
                <a:schemeClr val="dk1"/>
              </a:solidFill>
              <a:latin typeface="Noto Serif Georgian"/>
              <a:ea typeface="Noto Serif Georgian"/>
              <a:cs typeface="Noto Serif Georgian"/>
              <a:sym typeface="Noto Serif Georgian"/>
            </a:endParaRPr>
          </a:p>
          <a:p>
            <a:pPr indent="-317500" lvl="1" marL="914400" rtl="0" algn="l">
              <a:lnSpc>
                <a:spcPct val="150000"/>
              </a:lnSpc>
              <a:spcBef>
                <a:spcPts val="0"/>
              </a:spcBef>
              <a:spcAft>
                <a:spcPts val="0"/>
              </a:spcAft>
              <a:buClr>
                <a:schemeClr val="dk1"/>
              </a:buClr>
              <a:buSzPts val="1400"/>
              <a:buFont typeface="Noto Serif Georgian"/>
              <a:buAutoNum type="alphaUcPeriod"/>
            </a:pPr>
            <a:r>
              <a:rPr lang="de-DE">
                <a:solidFill>
                  <a:schemeClr val="dk1"/>
                </a:solidFill>
                <a:latin typeface="Noto Serif Georgian"/>
                <a:ea typeface="Noto Serif Georgian"/>
                <a:cs typeface="Noto Serif Georgian"/>
                <a:sym typeface="Noto Serif Georgian"/>
              </a:rPr>
              <a:t>LLM and Embeddings</a:t>
            </a:r>
            <a:endParaRPr>
              <a:solidFill>
                <a:schemeClr val="dk1"/>
              </a:solidFill>
              <a:latin typeface="Noto Serif Georgian"/>
              <a:ea typeface="Noto Serif Georgian"/>
              <a:cs typeface="Noto Serif Georgian"/>
              <a:sym typeface="Noto Serif Georgian"/>
            </a:endParaRPr>
          </a:p>
          <a:p>
            <a:pPr indent="-317500" lvl="1" marL="914400" rtl="0" algn="l">
              <a:lnSpc>
                <a:spcPct val="150000"/>
              </a:lnSpc>
              <a:spcBef>
                <a:spcPts val="0"/>
              </a:spcBef>
              <a:spcAft>
                <a:spcPts val="0"/>
              </a:spcAft>
              <a:buClr>
                <a:schemeClr val="dk1"/>
              </a:buClr>
              <a:buSzPts val="1400"/>
              <a:buFont typeface="Noto Serif Georgian"/>
              <a:buAutoNum type="alphaUcPeriod"/>
            </a:pPr>
            <a:r>
              <a:rPr lang="de-DE">
                <a:solidFill>
                  <a:schemeClr val="dk1"/>
                </a:solidFill>
                <a:latin typeface="Noto Serif Georgian"/>
                <a:ea typeface="Noto Serif Georgian"/>
                <a:cs typeface="Noto Serif Georgian"/>
                <a:sym typeface="Noto Serif Georgian"/>
              </a:rPr>
              <a:t>Document Ingestion</a:t>
            </a:r>
            <a:endParaRPr>
              <a:solidFill>
                <a:schemeClr val="dk1"/>
              </a:solidFill>
              <a:latin typeface="Noto Serif Georgian"/>
              <a:ea typeface="Noto Serif Georgian"/>
              <a:cs typeface="Noto Serif Georgian"/>
              <a:sym typeface="Noto Serif Georgian"/>
            </a:endParaRPr>
          </a:p>
          <a:p>
            <a:pPr indent="-317500" lvl="1" marL="914400" rtl="0" algn="l">
              <a:lnSpc>
                <a:spcPct val="150000"/>
              </a:lnSpc>
              <a:spcBef>
                <a:spcPts val="0"/>
              </a:spcBef>
              <a:spcAft>
                <a:spcPts val="0"/>
              </a:spcAft>
              <a:buClr>
                <a:schemeClr val="dk1"/>
              </a:buClr>
              <a:buSzPts val="1400"/>
              <a:buFont typeface="Noto Serif Georgian"/>
              <a:buAutoNum type="alphaUcPeriod"/>
            </a:pPr>
            <a:r>
              <a:rPr lang="de-DE">
                <a:solidFill>
                  <a:schemeClr val="dk1"/>
                </a:solidFill>
                <a:latin typeface="Noto Serif Georgian"/>
                <a:ea typeface="Noto Serif Georgian"/>
                <a:cs typeface="Noto Serif Georgian"/>
                <a:sym typeface="Noto Serif Georgian"/>
              </a:rPr>
              <a:t>Vector Store Architecture</a:t>
            </a:r>
            <a:endParaRPr>
              <a:solidFill>
                <a:schemeClr val="dk1"/>
              </a:solidFill>
              <a:latin typeface="Noto Serif Georgian"/>
              <a:ea typeface="Noto Serif Georgian"/>
              <a:cs typeface="Noto Serif Georgian"/>
              <a:sym typeface="Noto Serif Georgian"/>
            </a:endParaRPr>
          </a:p>
          <a:p>
            <a:pPr indent="-317500" lvl="0" marL="457200" rtl="0" algn="l">
              <a:lnSpc>
                <a:spcPct val="150000"/>
              </a:lnSpc>
              <a:spcBef>
                <a:spcPts val="1000"/>
              </a:spcBef>
              <a:spcAft>
                <a:spcPts val="0"/>
              </a:spcAft>
              <a:buClr>
                <a:schemeClr val="dk1"/>
              </a:buClr>
              <a:buSzPts val="1400"/>
              <a:buFont typeface="Noto Serif Georgian"/>
              <a:buAutoNum type="romanUcPeriod"/>
            </a:pPr>
            <a:r>
              <a:rPr lang="de-DE">
                <a:solidFill>
                  <a:schemeClr val="dk1"/>
                </a:solidFill>
                <a:latin typeface="Noto Serif Georgian"/>
                <a:ea typeface="Noto Serif Georgian"/>
                <a:cs typeface="Noto Serif Georgian"/>
                <a:sym typeface="Noto Serif Georgian"/>
              </a:rPr>
              <a:t>Part 2: RAG Pipeline </a:t>
            </a:r>
            <a:endParaRPr>
              <a:solidFill>
                <a:schemeClr val="dk1"/>
              </a:solidFill>
              <a:latin typeface="Noto Serif Georgian"/>
              <a:ea typeface="Noto Serif Georgian"/>
              <a:cs typeface="Noto Serif Georgian"/>
              <a:sym typeface="Noto Serif Georgian"/>
            </a:endParaRPr>
          </a:p>
          <a:p>
            <a:pPr indent="-317500" lvl="1" marL="914400" rtl="0" algn="l">
              <a:lnSpc>
                <a:spcPct val="150000"/>
              </a:lnSpc>
              <a:spcBef>
                <a:spcPts val="0"/>
              </a:spcBef>
              <a:spcAft>
                <a:spcPts val="0"/>
              </a:spcAft>
              <a:buClr>
                <a:schemeClr val="dk1"/>
              </a:buClr>
              <a:buSzPts val="1400"/>
              <a:buFont typeface="Noto Serif Georgian"/>
              <a:buAutoNum type="alphaUcPeriod"/>
            </a:pPr>
            <a:r>
              <a:rPr lang="de-DE">
                <a:solidFill>
                  <a:schemeClr val="dk1"/>
                </a:solidFill>
                <a:latin typeface="Noto Serif Georgian"/>
                <a:ea typeface="Noto Serif Georgian"/>
                <a:cs typeface="Noto Serif Georgian"/>
                <a:sym typeface="Noto Serif Georgian"/>
              </a:rPr>
              <a:t>Enhanced Retrieval Pipeline</a:t>
            </a:r>
            <a:endParaRPr>
              <a:solidFill>
                <a:schemeClr val="dk1"/>
              </a:solidFill>
              <a:latin typeface="Noto Serif Georgian"/>
              <a:ea typeface="Noto Serif Georgian"/>
              <a:cs typeface="Noto Serif Georgian"/>
              <a:sym typeface="Noto Serif Georgian"/>
            </a:endParaRPr>
          </a:p>
          <a:p>
            <a:pPr indent="-317500" lvl="1" marL="914400" rtl="0" algn="l">
              <a:lnSpc>
                <a:spcPct val="150000"/>
              </a:lnSpc>
              <a:spcBef>
                <a:spcPts val="0"/>
              </a:spcBef>
              <a:spcAft>
                <a:spcPts val="0"/>
              </a:spcAft>
              <a:buClr>
                <a:schemeClr val="dk1"/>
              </a:buClr>
              <a:buSzPts val="1400"/>
              <a:buFont typeface="Noto Serif Georgian"/>
              <a:buAutoNum type="alphaUcPeriod"/>
            </a:pPr>
            <a:r>
              <a:rPr lang="de-DE">
                <a:solidFill>
                  <a:schemeClr val="dk1"/>
                </a:solidFill>
                <a:latin typeface="Noto Serif Georgian"/>
                <a:ea typeface="Noto Serif Georgian"/>
                <a:cs typeface="Noto Serif Georgian"/>
                <a:sym typeface="Noto Serif Georgian"/>
              </a:rPr>
              <a:t>Response Generation</a:t>
            </a:r>
            <a:endParaRPr>
              <a:solidFill>
                <a:schemeClr val="dk1"/>
              </a:solidFill>
              <a:latin typeface="Noto Serif Georgian"/>
              <a:ea typeface="Noto Serif Georgian"/>
              <a:cs typeface="Noto Serif Georgian"/>
              <a:sym typeface="Noto Serif Georgian"/>
            </a:endParaRPr>
          </a:p>
          <a:p>
            <a:pPr indent="-317500" lvl="0" marL="457200" rtl="0" algn="l">
              <a:lnSpc>
                <a:spcPct val="150000"/>
              </a:lnSpc>
              <a:spcBef>
                <a:spcPts val="1000"/>
              </a:spcBef>
              <a:spcAft>
                <a:spcPts val="0"/>
              </a:spcAft>
              <a:buClr>
                <a:schemeClr val="dk1"/>
              </a:buClr>
              <a:buSzPts val="1400"/>
              <a:buFont typeface="Noto Serif Georgian"/>
              <a:buAutoNum type="romanUcPeriod"/>
            </a:pPr>
            <a:r>
              <a:rPr lang="de-DE">
                <a:solidFill>
                  <a:schemeClr val="dk1"/>
                </a:solidFill>
                <a:latin typeface="Noto Serif Georgian"/>
                <a:ea typeface="Noto Serif Georgian"/>
                <a:cs typeface="Noto Serif Georgian"/>
                <a:sym typeface="Noto Serif Georgian"/>
              </a:rPr>
              <a:t>Part 3: Demo in Action</a:t>
            </a:r>
            <a:endParaRPr>
              <a:solidFill>
                <a:schemeClr val="dk1"/>
              </a:solidFill>
              <a:latin typeface="Noto Serif Georgian"/>
              <a:ea typeface="Noto Serif Georgian"/>
              <a:cs typeface="Noto Serif Georgian"/>
              <a:sym typeface="Noto Serif Georgian"/>
            </a:endParaRPr>
          </a:p>
          <a:p>
            <a:pPr indent="-317500" lvl="0" marL="457200" rtl="0" algn="l">
              <a:lnSpc>
                <a:spcPct val="150000"/>
              </a:lnSpc>
              <a:spcBef>
                <a:spcPts val="1000"/>
              </a:spcBef>
              <a:spcAft>
                <a:spcPts val="0"/>
              </a:spcAft>
              <a:buClr>
                <a:schemeClr val="dk1"/>
              </a:buClr>
              <a:buSzPts val="1400"/>
              <a:buFont typeface="Noto Serif Georgian"/>
              <a:buAutoNum type="romanUcPeriod"/>
            </a:pPr>
            <a:r>
              <a:rPr lang="de-DE">
                <a:solidFill>
                  <a:schemeClr val="dk1"/>
                </a:solidFill>
                <a:latin typeface="Noto Serif Georgian"/>
                <a:ea typeface="Noto Serif Georgian"/>
                <a:cs typeface="Noto Serif Georgian"/>
                <a:sym typeface="Noto Serif Georgian"/>
              </a:rPr>
              <a:t>Part 4: Tools &amp; Evaluation</a:t>
            </a:r>
            <a:endParaRPr>
              <a:solidFill>
                <a:schemeClr val="dk1"/>
              </a:solidFill>
              <a:latin typeface="Noto Serif Georgian"/>
              <a:ea typeface="Noto Serif Georgian"/>
              <a:cs typeface="Noto Serif Georgian"/>
              <a:sym typeface="Noto Serif Georgian"/>
            </a:endParaRPr>
          </a:p>
          <a:p>
            <a:pPr indent="-317500" lvl="0" marL="457200" rtl="0" algn="l">
              <a:lnSpc>
                <a:spcPct val="150000"/>
              </a:lnSpc>
              <a:spcBef>
                <a:spcPts val="1000"/>
              </a:spcBef>
              <a:spcAft>
                <a:spcPts val="0"/>
              </a:spcAft>
              <a:buClr>
                <a:schemeClr val="dk1"/>
              </a:buClr>
              <a:buSzPts val="1400"/>
              <a:buFont typeface="Noto Serif Georgian"/>
              <a:buAutoNum type="romanUcPeriod"/>
            </a:pPr>
            <a:r>
              <a:rPr lang="de-DE">
                <a:solidFill>
                  <a:schemeClr val="dk1"/>
                </a:solidFill>
                <a:latin typeface="Noto Serif Georgian"/>
                <a:ea typeface="Noto Serif Georgian"/>
                <a:cs typeface="Noto Serif Georgian"/>
                <a:sym typeface="Noto Serif Georgian"/>
              </a:rPr>
              <a:t>Part 5: </a:t>
            </a:r>
            <a:r>
              <a:rPr lang="de-DE">
                <a:solidFill>
                  <a:schemeClr val="dk1"/>
                </a:solidFill>
                <a:latin typeface="Noto Serif Georgian"/>
                <a:ea typeface="Noto Serif Georgian"/>
                <a:cs typeface="Noto Serif Georgian"/>
                <a:sym typeface="Noto Serif Georgian"/>
              </a:rPr>
              <a:t>Conclusion &amp; Outlook</a:t>
            </a:r>
            <a:endParaRPr>
              <a:solidFill>
                <a:schemeClr val="dk1"/>
              </a:solidFill>
              <a:latin typeface="Noto Serif Georgian"/>
              <a:ea typeface="Noto Serif Georgian"/>
              <a:cs typeface="Noto Serif Georgian"/>
              <a:sym typeface="Noto Serif Georgian"/>
            </a:endParaRPr>
          </a:p>
          <a:p>
            <a:pPr indent="0" lvl="0" marL="457200" rtl="0" algn="l">
              <a:lnSpc>
                <a:spcPct val="150000"/>
              </a:lnSpc>
              <a:spcBef>
                <a:spcPts val="800"/>
              </a:spcBef>
              <a:spcAft>
                <a:spcPts val="0"/>
              </a:spcAft>
              <a:buNone/>
            </a:pPr>
            <a:r>
              <a:t/>
            </a:r>
            <a:endParaRPr>
              <a:solidFill>
                <a:schemeClr val="dk1"/>
              </a:solidFill>
              <a:latin typeface="Noto Serif Georgian"/>
              <a:ea typeface="Noto Serif Georgian"/>
              <a:cs typeface="Noto Serif Georgian"/>
              <a:sym typeface="Noto Serif Georgian"/>
            </a:endParaRPr>
          </a:p>
          <a:p>
            <a:pPr indent="0" lvl="0" marL="457200" rtl="0" algn="l">
              <a:lnSpc>
                <a:spcPct val="150000"/>
              </a:lnSpc>
              <a:spcBef>
                <a:spcPts val="800"/>
              </a:spcBef>
              <a:spcAft>
                <a:spcPts val="0"/>
              </a:spcAft>
              <a:buNone/>
            </a:pPr>
            <a:r>
              <a:t/>
            </a:r>
            <a:endParaRPr>
              <a:solidFill>
                <a:schemeClr val="dk1"/>
              </a:solidFill>
              <a:latin typeface="Noto Serif Georgian"/>
              <a:ea typeface="Noto Serif Georgian"/>
              <a:cs typeface="Noto Serif Georgian"/>
              <a:sym typeface="Noto Serif Georgian"/>
            </a:endParaRPr>
          </a:p>
          <a:p>
            <a:pPr indent="0" lvl="0" marL="457200" rtl="0" algn="l">
              <a:lnSpc>
                <a:spcPct val="130000"/>
              </a:lnSpc>
              <a:spcBef>
                <a:spcPts val="800"/>
              </a:spcBef>
              <a:spcAft>
                <a:spcPts val="0"/>
              </a:spcAft>
              <a:buNone/>
            </a:pPr>
            <a:r>
              <a:t/>
            </a:r>
            <a:endParaRPr sz="1000">
              <a:latin typeface="Noto Serif Georgian"/>
              <a:ea typeface="Noto Serif Georgian"/>
              <a:cs typeface="Noto Serif Georgian"/>
              <a:sym typeface="Noto Serif Georgi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29"/>
          <p:cNvSpPr txBox="1"/>
          <p:nvPr>
            <p:ph idx="12" type="sldNum"/>
          </p:nvPr>
        </p:nvSpPr>
        <p:spPr>
          <a:xfrm>
            <a:off x="8575907" y="6634667"/>
            <a:ext cx="181200" cy="1077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solidFill>
                  <a:schemeClr val="lt1"/>
                </a:solidFill>
              </a:rPr>
              <a:t>‹#›</a:t>
            </a:fld>
            <a:endParaRPr>
              <a:solidFill>
                <a:schemeClr val="lt1"/>
              </a:solidFill>
            </a:endParaRPr>
          </a:p>
        </p:txBody>
      </p:sp>
      <p:sp>
        <p:nvSpPr>
          <p:cNvPr id="998" name="Google Shape;998;p29"/>
          <p:cNvSpPr txBox="1"/>
          <p:nvPr>
            <p:ph type="title"/>
          </p:nvPr>
        </p:nvSpPr>
        <p:spPr>
          <a:xfrm>
            <a:off x="388739" y="3013502"/>
            <a:ext cx="8368200" cy="415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de-DE">
                <a:latin typeface="Noto Serif Georgian"/>
                <a:ea typeface="Noto Serif Georgian"/>
                <a:cs typeface="Noto Serif Georgian"/>
                <a:sym typeface="Noto Serif Georgian"/>
              </a:rPr>
              <a:t>Introduction &amp; Context</a:t>
            </a:r>
            <a:endParaRPr>
              <a:latin typeface="Noto Serif Georgian"/>
              <a:ea typeface="Noto Serif Georgian"/>
              <a:cs typeface="Noto Serif Georgian"/>
              <a:sym typeface="Noto Serif Georgi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30"/>
          <p:cNvSpPr txBox="1"/>
          <p:nvPr>
            <p:ph idx="11" type="ftr"/>
          </p:nvPr>
        </p:nvSpPr>
        <p:spPr>
          <a:xfrm>
            <a:off x="424800" y="6598800"/>
            <a:ext cx="8108100" cy="36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lang="de-DE">
                <a:latin typeface="Noto Serif Georgian"/>
                <a:ea typeface="Noto Serif Georgian"/>
                <a:cs typeface="Noto Serif Georgian"/>
                <a:sym typeface="Noto Serif Georgian"/>
              </a:rPr>
              <a:t>Y. Herasymenko: “Local RAG Chatbot for customer service”</a:t>
            </a:r>
            <a:endParaRPr>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004" name="Google Shape;1004;p30"/>
          <p:cNvSpPr txBox="1"/>
          <p:nvPr>
            <p:ph idx="12" type="sldNum"/>
          </p:nvPr>
        </p:nvSpPr>
        <p:spPr>
          <a:xfrm>
            <a:off x="8707354" y="6634667"/>
            <a:ext cx="498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005" name="Google Shape;1005;p30"/>
          <p:cNvSpPr txBox="1"/>
          <p:nvPr>
            <p:ph idx="19" type="body"/>
          </p:nvPr>
        </p:nvSpPr>
        <p:spPr>
          <a:xfrm>
            <a:off x="388738" y="611950"/>
            <a:ext cx="5133300" cy="215400"/>
          </a:xfrm>
          <a:prstGeom prst="rect">
            <a:avLst/>
          </a:prstGeom>
          <a:noFill/>
          <a:ln>
            <a:noFill/>
          </a:ln>
        </p:spPr>
        <p:txBody>
          <a:bodyPr anchorCtr="0" anchor="t" bIns="0" lIns="0" spcFirstLastPara="1" rIns="360000" wrap="square" tIns="0">
            <a:spAutoFit/>
          </a:bodyPr>
          <a:lstStyle/>
          <a:p>
            <a:pPr indent="0" lvl="0" marL="0" rtl="0" algn="l">
              <a:lnSpc>
                <a:spcPct val="110000"/>
              </a:lnSpc>
              <a:spcBef>
                <a:spcPts val="0"/>
              </a:spcBef>
              <a:spcAft>
                <a:spcPts val="0"/>
              </a:spcAft>
              <a:buClr>
                <a:srgbClr val="041E42"/>
              </a:buClr>
              <a:buSzPts val="1400"/>
              <a:buNone/>
            </a:pPr>
            <a:r>
              <a:rPr lang="de-DE">
                <a:latin typeface="Noto Serif Georgian"/>
                <a:ea typeface="Noto Serif Georgian"/>
                <a:cs typeface="Noto Serif Georgian"/>
                <a:sym typeface="Noto Serif Georgian"/>
              </a:rPr>
              <a:t>Overview</a:t>
            </a:r>
            <a:endParaRPr>
              <a:latin typeface="Noto Serif Georgian"/>
              <a:ea typeface="Noto Serif Georgian"/>
              <a:cs typeface="Noto Serif Georgian"/>
              <a:sym typeface="Noto Serif Georgian"/>
            </a:endParaRPr>
          </a:p>
        </p:txBody>
      </p:sp>
      <p:sp>
        <p:nvSpPr>
          <p:cNvPr id="1006" name="Google Shape;1006;p30"/>
          <p:cNvSpPr txBox="1"/>
          <p:nvPr>
            <p:ph type="title"/>
          </p:nvPr>
        </p:nvSpPr>
        <p:spPr>
          <a:xfrm>
            <a:off x="388739" y="301186"/>
            <a:ext cx="5133300" cy="277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Introduction &amp; Context</a:t>
            </a:r>
            <a:endParaRPr b="0">
              <a:latin typeface="Noto Serif Georgian SemiBold"/>
              <a:ea typeface="Noto Serif Georgian SemiBold"/>
              <a:cs typeface="Noto Serif Georgian SemiBold"/>
              <a:sym typeface="Noto Serif Georgian SemiBold"/>
            </a:endParaRPr>
          </a:p>
        </p:txBody>
      </p:sp>
      <p:sp>
        <p:nvSpPr>
          <p:cNvPr id="1007" name="Google Shape;1007;p30"/>
          <p:cNvSpPr txBox="1"/>
          <p:nvPr/>
        </p:nvSpPr>
        <p:spPr>
          <a:xfrm>
            <a:off x="234150" y="1628775"/>
            <a:ext cx="8675700" cy="4684500"/>
          </a:xfrm>
          <a:prstGeom prst="rect">
            <a:avLst/>
          </a:prstGeom>
          <a:noFill/>
          <a:ln>
            <a:noFill/>
          </a:ln>
        </p:spPr>
        <p:txBody>
          <a:bodyPr anchorCtr="0" anchor="t" bIns="91425" lIns="91425" spcFirstLastPara="1" rIns="91425" wrap="square" tIns="91425">
            <a:noAutofit/>
          </a:bodyPr>
          <a:lstStyle/>
          <a:p>
            <a:pPr indent="-317500" lvl="0" marL="914400" rtl="0" algn="l">
              <a:lnSpc>
                <a:spcPct val="115000"/>
              </a:lnSpc>
              <a:spcBef>
                <a:spcPts val="0"/>
              </a:spcBef>
              <a:spcAft>
                <a:spcPts val="0"/>
              </a:spcAft>
              <a:buClr>
                <a:schemeClr val="dk2"/>
              </a:buClr>
              <a:buSzPts val="1400"/>
              <a:buFont typeface="Noto Serif Georgian"/>
              <a:buChar char="➢"/>
            </a:pPr>
            <a:r>
              <a:rPr b="1" lang="de-DE">
                <a:solidFill>
                  <a:schemeClr val="dk1"/>
                </a:solidFill>
                <a:latin typeface="Noto Serif Georgian"/>
                <a:ea typeface="Noto Serif Georgian"/>
                <a:cs typeface="Noto Serif Georgian"/>
                <a:sym typeface="Noto Serif Georgian"/>
              </a:rPr>
              <a:t>Problem: </a:t>
            </a:r>
            <a:r>
              <a:rPr lang="de-DE">
                <a:solidFill>
                  <a:schemeClr val="dk1"/>
                </a:solidFill>
                <a:latin typeface="Noto Serif Georgian"/>
                <a:ea typeface="Noto Serif Georgian"/>
                <a:cs typeface="Noto Serif Georgian"/>
                <a:sym typeface="Noto Serif Georgian"/>
              </a:rPr>
              <a:t>Customers</a:t>
            </a:r>
            <a:r>
              <a:rPr lang="de-DE">
                <a:solidFill>
                  <a:schemeClr val="dk1"/>
                </a:solidFill>
                <a:latin typeface="Noto Serif Georgian"/>
                <a:ea typeface="Noto Serif Georgian"/>
                <a:cs typeface="Noto Serif Georgian"/>
                <a:sym typeface="Noto Serif Georgian"/>
              </a:rPr>
              <a:t> frequently ask repetitive questions (vehicle features, service schedules, warranties, ordering, etc.) that are already documented internally.</a:t>
            </a:r>
            <a:endParaRPr>
              <a:solidFill>
                <a:schemeClr val="dk1"/>
              </a:solidFill>
              <a:latin typeface="Noto Serif Georgian"/>
              <a:ea typeface="Noto Serif Georgian"/>
              <a:cs typeface="Noto Serif Georgian"/>
              <a:sym typeface="Noto Serif Georgian"/>
            </a:endParaRPr>
          </a:p>
          <a:p>
            <a:pPr indent="-317500" lvl="0" marL="914400" rtl="0" algn="l">
              <a:lnSpc>
                <a:spcPct val="115000"/>
              </a:lnSpc>
              <a:spcBef>
                <a:spcPts val="1000"/>
              </a:spcBef>
              <a:spcAft>
                <a:spcPts val="0"/>
              </a:spcAft>
              <a:buClr>
                <a:schemeClr val="dk2"/>
              </a:buClr>
              <a:buSzPts val="1400"/>
              <a:buFont typeface="Noto Serif Georgian"/>
              <a:buChar char="➢"/>
            </a:pPr>
            <a:r>
              <a:rPr b="1" lang="de-DE">
                <a:solidFill>
                  <a:schemeClr val="dk1"/>
                </a:solidFill>
                <a:latin typeface="Noto Serif Georgian"/>
                <a:ea typeface="Noto Serif Georgian"/>
                <a:cs typeface="Noto Serif Georgian"/>
                <a:sym typeface="Noto Serif Georgian"/>
              </a:rPr>
              <a:t>Goal:</a:t>
            </a:r>
            <a:r>
              <a:rPr lang="de-DE">
                <a:solidFill>
                  <a:schemeClr val="dk1"/>
                </a:solidFill>
                <a:latin typeface="Noto Serif Georgian"/>
                <a:ea typeface="Noto Serif Georgian"/>
                <a:cs typeface="Noto Serif Georgian"/>
                <a:sym typeface="Noto Serif Georgian"/>
              </a:rPr>
              <a:t> build a local RAG-based chatbot for automotive customer support, grounded in an internal knowledge base. </a:t>
            </a:r>
            <a:endParaRPr>
              <a:solidFill>
                <a:schemeClr val="dk1"/>
              </a:solidFill>
              <a:latin typeface="Noto Serif Georgian"/>
              <a:ea typeface="Noto Serif Georgian"/>
              <a:cs typeface="Noto Serif Georgian"/>
              <a:sym typeface="Noto Serif Georgian"/>
            </a:endParaRPr>
          </a:p>
          <a:p>
            <a:pPr indent="-317500" lvl="0" marL="914400" rtl="0" algn="l">
              <a:lnSpc>
                <a:spcPct val="115000"/>
              </a:lnSpc>
              <a:spcBef>
                <a:spcPts val="1000"/>
              </a:spcBef>
              <a:spcAft>
                <a:spcPts val="0"/>
              </a:spcAft>
              <a:buClr>
                <a:schemeClr val="dk2"/>
              </a:buClr>
              <a:buSzPts val="1400"/>
              <a:buFont typeface="Noto Serif Georgian"/>
              <a:buChar char="➢"/>
            </a:pPr>
            <a:r>
              <a:rPr b="1" lang="de-DE">
                <a:solidFill>
                  <a:schemeClr val="dk1"/>
                </a:solidFill>
                <a:latin typeface="Noto Serif Georgian"/>
                <a:ea typeface="Noto Serif Georgian"/>
                <a:cs typeface="Noto Serif Georgian"/>
                <a:sym typeface="Noto Serif Georgian"/>
              </a:rPr>
              <a:t>Idea: </a:t>
            </a:r>
            <a:r>
              <a:rPr lang="de-DE">
                <a:solidFill>
                  <a:schemeClr val="dk1"/>
                </a:solidFill>
                <a:latin typeface="Noto Serif Georgian"/>
                <a:ea typeface="Noto Serif Georgian"/>
                <a:cs typeface="Noto Serif Georgian"/>
                <a:sym typeface="Noto Serif Georgian"/>
              </a:rPr>
              <a:t>Implementing a retrieval-augmented chatbot?</a:t>
            </a:r>
            <a:endParaRPr>
              <a:solidFill>
                <a:schemeClr val="dk1"/>
              </a:solidFill>
              <a:latin typeface="Noto Serif Georgian"/>
              <a:ea typeface="Noto Serif Georgian"/>
              <a:cs typeface="Noto Serif Georgian"/>
              <a:sym typeface="Noto Serif Georgian"/>
            </a:endParaRPr>
          </a:p>
          <a:p>
            <a:pPr indent="-317500" lvl="1" marL="1371600" rtl="0" algn="l">
              <a:lnSpc>
                <a:spcPct val="115000"/>
              </a:lnSpc>
              <a:spcBef>
                <a:spcPts val="1000"/>
              </a:spcBef>
              <a:spcAft>
                <a:spcPts val="0"/>
              </a:spcAft>
              <a:buClr>
                <a:schemeClr val="dk2"/>
              </a:buClr>
              <a:buSzPts val="1400"/>
              <a:buFont typeface="Noto Serif Georgian"/>
              <a:buChar char="○"/>
            </a:pPr>
            <a:r>
              <a:rPr lang="de-DE">
                <a:solidFill>
                  <a:schemeClr val="dk1"/>
                </a:solidFill>
                <a:latin typeface="Noto Serif Georgian"/>
                <a:ea typeface="Noto Serif Georgian"/>
                <a:cs typeface="Noto Serif Georgian"/>
                <a:sym typeface="Noto Serif Georgian"/>
              </a:rPr>
              <a:t>Save agent time</a:t>
            </a:r>
            <a:endParaRPr>
              <a:solidFill>
                <a:schemeClr val="dk1"/>
              </a:solidFill>
              <a:latin typeface="Noto Serif Georgian"/>
              <a:ea typeface="Noto Serif Georgian"/>
              <a:cs typeface="Noto Serif Georgian"/>
              <a:sym typeface="Noto Serif Georgian"/>
            </a:endParaRPr>
          </a:p>
          <a:p>
            <a:pPr indent="-317500" lvl="1" marL="1371600" rtl="0" algn="l">
              <a:lnSpc>
                <a:spcPct val="115000"/>
              </a:lnSpc>
              <a:spcBef>
                <a:spcPts val="1000"/>
              </a:spcBef>
              <a:spcAft>
                <a:spcPts val="0"/>
              </a:spcAft>
              <a:buClr>
                <a:schemeClr val="dk2"/>
              </a:buClr>
              <a:buSzPts val="1400"/>
              <a:buFont typeface="Noto Serif Georgian"/>
              <a:buChar char="○"/>
            </a:pPr>
            <a:r>
              <a:rPr lang="de-DE">
                <a:solidFill>
                  <a:schemeClr val="dk1"/>
                </a:solidFill>
                <a:latin typeface="Noto Serif Georgian"/>
                <a:ea typeface="Noto Serif Georgian"/>
                <a:cs typeface="Noto Serif Georgian"/>
                <a:sym typeface="Noto Serif Georgian"/>
              </a:rPr>
              <a:t>Speed up answers</a:t>
            </a:r>
            <a:endParaRPr>
              <a:solidFill>
                <a:schemeClr val="dk1"/>
              </a:solidFill>
              <a:latin typeface="Noto Serif Georgian"/>
              <a:ea typeface="Noto Serif Georgian"/>
              <a:cs typeface="Noto Serif Georgian"/>
              <a:sym typeface="Noto Serif Georgian"/>
            </a:endParaRPr>
          </a:p>
          <a:p>
            <a:pPr indent="-317500" lvl="1" marL="1371600" rtl="0" algn="l">
              <a:lnSpc>
                <a:spcPct val="115000"/>
              </a:lnSpc>
              <a:spcBef>
                <a:spcPts val="1000"/>
              </a:spcBef>
              <a:spcAft>
                <a:spcPts val="0"/>
              </a:spcAft>
              <a:buClr>
                <a:schemeClr val="dk2"/>
              </a:buClr>
              <a:buSzPts val="1400"/>
              <a:buFont typeface="Noto Serif Georgian"/>
              <a:buChar char="○"/>
            </a:pPr>
            <a:r>
              <a:rPr lang="de-DE">
                <a:solidFill>
                  <a:schemeClr val="dk1"/>
                </a:solidFill>
                <a:latin typeface="Noto Serif Georgian"/>
                <a:ea typeface="Noto Serif Georgian"/>
                <a:cs typeface="Noto Serif Georgian"/>
                <a:sym typeface="Noto Serif Georgian"/>
              </a:rPr>
              <a:t>Improve customer satisfaction by providing immediate, accurate responses. </a:t>
            </a:r>
            <a:endParaRPr>
              <a:solidFill>
                <a:schemeClr val="dk1"/>
              </a:solidFill>
              <a:latin typeface="Noto Serif Georgian"/>
              <a:ea typeface="Noto Serif Georgian"/>
              <a:cs typeface="Noto Serif Georgian"/>
              <a:sym typeface="Noto Serif Georgian"/>
            </a:endParaRPr>
          </a:p>
          <a:p>
            <a:pPr indent="-317500" lvl="0" marL="914400" rtl="0" algn="l">
              <a:lnSpc>
                <a:spcPct val="115000"/>
              </a:lnSpc>
              <a:spcBef>
                <a:spcPts val="1000"/>
              </a:spcBef>
              <a:spcAft>
                <a:spcPts val="0"/>
              </a:spcAft>
              <a:buClr>
                <a:schemeClr val="dk2"/>
              </a:buClr>
              <a:buSzPts val="1400"/>
              <a:buFont typeface="Noto Serif Georgian"/>
              <a:buChar char="➢"/>
            </a:pPr>
            <a:r>
              <a:rPr lang="de-DE">
                <a:solidFill>
                  <a:schemeClr val="dk1"/>
                </a:solidFill>
                <a:latin typeface="Noto Serif Georgian"/>
                <a:ea typeface="Noto Serif Georgian"/>
                <a:cs typeface="Noto Serif Georgian"/>
                <a:sym typeface="Noto Serif Georgian"/>
              </a:rPr>
              <a:t>RAG enables LLMs to retrieve relevant, authoritative information from existing documents, keeping answers up-to-date and trustworthy.</a:t>
            </a:r>
            <a:endParaRPr>
              <a:solidFill>
                <a:schemeClr val="dk1"/>
              </a:solidFill>
              <a:latin typeface="Noto Serif Georgian"/>
              <a:ea typeface="Noto Serif Georgian"/>
              <a:cs typeface="Noto Serif Georgian"/>
              <a:sym typeface="Noto Serif Georgian"/>
            </a:endParaRPr>
          </a:p>
          <a:p>
            <a:pPr indent="0" lvl="0" marL="914400" rtl="0" algn="l">
              <a:lnSpc>
                <a:spcPct val="115000"/>
              </a:lnSpc>
              <a:spcBef>
                <a:spcPts val="1000"/>
              </a:spcBef>
              <a:spcAft>
                <a:spcPts val="0"/>
              </a:spcAft>
              <a:buClr>
                <a:schemeClr val="dk1"/>
              </a:buClr>
              <a:buSzPts val="1100"/>
              <a:buFont typeface="Arial"/>
              <a:buNone/>
            </a:pPr>
            <a:r>
              <a:t/>
            </a:r>
            <a:endParaRPr>
              <a:solidFill>
                <a:schemeClr val="dk1"/>
              </a:solidFill>
              <a:latin typeface="Noto Serif Georgian"/>
              <a:ea typeface="Noto Serif Georgian"/>
              <a:cs typeface="Noto Serif Georgian"/>
              <a:sym typeface="Noto Serif Georgi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Noto Serif Georgian"/>
              <a:ea typeface="Noto Serif Georgian"/>
              <a:cs typeface="Noto Serif Georgian"/>
              <a:sym typeface="Noto Serif Georgi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Noto Serif Georgian"/>
              <a:ea typeface="Noto Serif Georgian"/>
              <a:cs typeface="Noto Serif Georgian"/>
              <a:sym typeface="Noto Serif Georgi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31"/>
          <p:cNvSpPr txBox="1"/>
          <p:nvPr>
            <p:ph idx="12" type="sldNum"/>
          </p:nvPr>
        </p:nvSpPr>
        <p:spPr>
          <a:xfrm>
            <a:off x="8575907" y="6634667"/>
            <a:ext cx="181200" cy="1077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solidFill>
                  <a:schemeClr val="lt1"/>
                </a:solidFill>
              </a:rPr>
              <a:t>‹#›</a:t>
            </a:fld>
            <a:endParaRPr>
              <a:solidFill>
                <a:schemeClr val="lt1"/>
              </a:solidFill>
            </a:endParaRPr>
          </a:p>
        </p:txBody>
      </p:sp>
      <p:sp>
        <p:nvSpPr>
          <p:cNvPr id="1014" name="Google Shape;1014;p31"/>
          <p:cNvSpPr txBox="1"/>
          <p:nvPr>
            <p:ph type="title"/>
          </p:nvPr>
        </p:nvSpPr>
        <p:spPr>
          <a:xfrm>
            <a:off x="388739" y="3013502"/>
            <a:ext cx="8368200" cy="415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de-DE">
                <a:latin typeface="Noto Serif Georgian"/>
                <a:ea typeface="Noto Serif Georgian"/>
                <a:cs typeface="Noto Serif Georgian"/>
                <a:sym typeface="Noto Serif Georgian"/>
              </a:rPr>
              <a:t>Part </a:t>
            </a:r>
            <a:r>
              <a:rPr lang="de-DE">
                <a:latin typeface="Noto Serif Georgian"/>
                <a:ea typeface="Noto Serif Georgian"/>
                <a:cs typeface="Noto Serif Georgian"/>
                <a:sym typeface="Noto Serif Georgian"/>
              </a:rPr>
              <a:t>1</a:t>
            </a:r>
            <a:r>
              <a:rPr lang="de-DE">
                <a:latin typeface="Noto Serif Georgian"/>
                <a:ea typeface="Noto Serif Georgian"/>
                <a:cs typeface="Noto Serif Georgian"/>
                <a:sym typeface="Noto Serif Georgian"/>
              </a:rPr>
              <a:t>: Setup &amp; Knowledge Base</a:t>
            </a:r>
            <a:endParaRPr>
              <a:latin typeface="Noto Serif Georgian"/>
              <a:ea typeface="Noto Serif Georgian"/>
              <a:cs typeface="Noto Serif Georgian"/>
              <a:sym typeface="Noto Serif Georgi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18" name="Shape 1018"/>
        <p:cNvGrpSpPr/>
        <p:nvPr/>
      </p:nvGrpSpPr>
      <p:grpSpPr>
        <a:xfrm>
          <a:off x="0" y="0"/>
          <a:ext cx="0" cy="0"/>
          <a:chOff x="0" y="0"/>
          <a:chExt cx="0" cy="0"/>
        </a:xfrm>
      </p:grpSpPr>
      <p:sp>
        <p:nvSpPr>
          <p:cNvPr id="1019" name="Google Shape;1019;p32"/>
          <p:cNvSpPr txBox="1"/>
          <p:nvPr>
            <p:ph idx="11" type="ftr"/>
          </p:nvPr>
        </p:nvSpPr>
        <p:spPr>
          <a:xfrm>
            <a:off x="388757" y="6634671"/>
            <a:ext cx="6715500" cy="29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Y. Herasymenko: “Local RAG Chatbot for customer service”</a:t>
            </a:r>
            <a:endParaRPr sz="1200">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020" name="Google Shape;1020;p32"/>
          <p:cNvSpPr txBox="1"/>
          <p:nvPr>
            <p:ph idx="12" type="sldNum"/>
          </p:nvPr>
        </p:nvSpPr>
        <p:spPr>
          <a:xfrm>
            <a:off x="8603158" y="6634667"/>
            <a:ext cx="1539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021" name="Google Shape;1021;p32"/>
          <p:cNvSpPr txBox="1"/>
          <p:nvPr>
            <p:ph idx="4294967295" type="body"/>
          </p:nvPr>
        </p:nvSpPr>
        <p:spPr>
          <a:xfrm>
            <a:off x="417313" y="726250"/>
            <a:ext cx="5133300" cy="689700"/>
          </a:xfrm>
          <a:prstGeom prst="rect">
            <a:avLst/>
          </a:prstGeom>
          <a:noFill/>
          <a:ln>
            <a:noFill/>
          </a:ln>
        </p:spPr>
        <p:txBody>
          <a:bodyPr anchorCtr="0" anchor="t" bIns="0" lIns="0" spcFirstLastPara="1" rIns="360000" wrap="square" tIns="0">
            <a:spAutoFit/>
          </a:bodyPr>
          <a:lstStyle/>
          <a:p>
            <a:pPr indent="0" lvl="0" marL="0" rtl="0" algn="l">
              <a:spcBef>
                <a:spcPts val="0"/>
              </a:spcBef>
              <a:spcAft>
                <a:spcPts val="0"/>
              </a:spcAft>
              <a:buClr>
                <a:schemeClr val="dk1"/>
              </a:buClr>
              <a:buSzPts val="1100"/>
              <a:buFont typeface="Arial"/>
              <a:buNone/>
            </a:pPr>
            <a:r>
              <a:rPr lang="de-DE">
                <a:solidFill>
                  <a:srgbClr val="041E42"/>
                </a:solidFill>
                <a:latin typeface="Noto Serif Georgian"/>
                <a:ea typeface="Noto Serif Georgian"/>
                <a:cs typeface="Noto Serif Georgian"/>
                <a:sym typeface="Noto Serif Georgian"/>
              </a:rPr>
              <a:t>Vector Store Architecture</a:t>
            </a:r>
            <a:endParaRPr>
              <a:solidFill>
                <a:srgbClr val="041E42"/>
              </a:solidFill>
              <a:latin typeface="Noto Serif Georgian"/>
              <a:ea typeface="Noto Serif Georgian"/>
              <a:cs typeface="Noto Serif Georgian"/>
              <a:sym typeface="Noto Serif Georgian"/>
            </a:endParaRPr>
          </a:p>
          <a:p>
            <a:pPr indent="0" lvl="0" marL="0" rtl="0" algn="l">
              <a:spcBef>
                <a:spcPts val="0"/>
              </a:spcBef>
              <a:spcAft>
                <a:spcPts val="0"/>
              </a:spcAft>
              <a:buClr>
                <a:schemeClr val="dk1"/>
              </a:buClr>
              <a:buSzPts val="1100"/>
              <a:buFont typeface="Arial"/>
              <a:buNone/>
            </a:pPr>
            <a:r>
              <a:t/>
            </a:r>
            <a:endParaRPr>
              <a:latin typeface="Noto Serif Georgian"/>
              <a:ea typeface="Noto Serif Georgian"/>
              <a:cs typeface="Noto Serif Georgian"/>
              <a:sym typeface="Noto Serif Georgian"/>
            </a:endParaRPr>
          </a:p>
          <a:p>
            <a:pPr indent="0" lvl="0" marL="0" rtl="0" algn="l">
              <a:lnSpc>
                <a:spcPct val="110000"/>
              </a:lnSpc>
              <a:spcBef>
                <a:spcPts val="0"/>
              </a:spcBef>
              <a:spcAft>
                <a:spcPts val="0"/>
              </a:spcAft>
              <a:buClr>
                <a:srgbClr val="041E42"/>
              </a:buClr>
              <a:buSzPts val="1400"/>
              <a:buNone/>
            </a:pPr>
            <a:r>
              <a:t/>
            </a:r>
            <a:endParaRPr>
              <a:latin typeface="Noto Serif Georgian"/>
              <a:ea typeface="Noto Serif Georgian"/>
              <a:cs typeface="Noto Serif Georgian"/>
              <a:sym typeface="Noto Serif Georgian"/>
            </a:endParaRPr>
          </a:p>
        </p:txBody>
      </p:sp>
      <p:sp>
        <p:nvSpPr>
          <p:cNvPr id="1022" name="Google Shape;1022;p32"/>
          <p:cNvSpPr txBox="1"/>
          <p:nvPr>
            <p:ph type="title"/>
          </p:nvPr>
        </p:nvSpPr>
        <p:spPr>
          <a:xfrm>
            <a:off x="388739" y="301186"/>
            <a:ext cx="5133300" cy="277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Part 1: Setup &amp; Knowledge Base</a:t>
            </a:r>
            <a:endParaRPr b="0">
              <a:latin typeface="Noto Serif Georgian SemiBold"/>
              <a:ea typeface="Noto Serif Georgian SemiBold"/>
              <a:cs typeface="Noto Serif Georgian SemiBold"/>
              <a:sym typeface="Noto Serif Georgian SemiBold"/>
            </a:endParaRPr>
          </a:p>
        </p:txBody>
      </p:sp>
      <p:sp>
        <p:nvSpPr>
          <p:cNvPr id="1023" name="Google Shape;1023;p32"/>
          <p:cNvSpPr txBox="1"/>
          <p:nvPr/>
        </p:nvSpPr>
        <p:spPr>
          <a:xfrm>
            <a:off x="417325" y="1373625"/>
            <a:ext cx="12300" cy="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1024" name="Google Shape;1024;p32" title="Screenshot from 2026-03-02 18-07-50.png"/>
          <p:cNvPicPr preferRelativeResize="0"/>
          <p:nvPr>
            <p:ph idx="2" type="pic"/>
          </p:nvPr>
        </p:nvPicPr>
        <p:blipFill rotWithShape="1">
          <a:blip r:embed="rId3">
            <a:alphaModFix/>
          </a:blip>
          <a:srcRect b="22777" l="0" r="0" t="32111"/>
          <a:stretch/>
        </p:blipFill>
        <p:spPr>
          <a:xfrm>
            <a:off x="2660525" y="687398"/>
            <a:ext cx="1260725" cy="277200"/>
          </a:xfrm>
          <a:prstGeom prst="rect">
            <a:avLst/>
          </a:prstGeom>
        </p:spPr>
      </p:pic>
      <p:sp>
        <p:nvSpPr>
          <p:cNvPr id="1025" name="Google Shape;1025;p32"/>
          <p:cNvSpPr txBox="1"/>
          <p:nvPr/>
        </p:nvSpPr>
        <p:spPr>
          <a:xfrm>
            <a:off x="387350" y="4862656"/>
            <a:ext cx="8079600" cy="154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DE">
                <a:solidFill>
                  <a:schemeClr val="dk1"/>
                </a:solidFill>
                <a:latin typeface="Noto Serif Georgian ExtraBold"/>
                <a:ea typeface="Noto Serif Georgian ExtraBold"/>
                <a:cs typeface="Noto Serif Georgian ExtraBold"/>
                <a:sym typeface="Noto Serif Georgian ExtraBold"/>
              </a:rPr>
              <a:t>Scalable Alternatives</a:t>
            </a:r>
            <a:endParaRPr>
              <a:solidFill>
                <a:schemeClr val="dk1"/>
              </a:solidFill>
              <a:latin typeface="Noto Serif Georgian ExtraBold"/>
              <a:ea typeface="Noto Serif Georgian ExtraBold"/>
              <a:cs typeface="Noto Serif Georgian ExtraBold"/>
              <a:sym typeface="Noto Serif Georgian ExtraBold"/>
            </a:endParaRPr>
          </a:p>
          <a:p>
            <a:pPr indent="-317500" lvl="0" marL="457200" rtl="0" algn="l">
              <a:lnSpc>
                <a:spcPct val="115000"/>
              </a:lnSpc>
              <a:spcBef>
                <a:spcPts val="1000"/>
              </a:spcBef>
              <a:spcAft>
                <a:spcPts val="0"/>
              </a:spcAft>
              <a:buClr>
                <a:schemeClr val="dk1"/>
              </a:buClr>
              <a:buSzPts val="1400"/>
              <a:buFont typeface="Noto Serif Georgian"/>
              <a:buChar char="●"/>
            </a:pPr>
            <a:r>
              <a:rPr b="1" lang="de-DE">
                <a:solidFill>
                  <a:schemeClr val="dk1"/>
                </a:solidFill>
                <a:latin typeface="Noto Serif Georgian"/>
                <a:ea typeface="Noto Serif Georgian"/>
                <a:cs typeface="Noto Serif Georgian"/>
                <a:sym typeface="Noto Serif Georgian"/>
              </a:rPr>
              <a:t>Weaviate</a:t>
            </a:r>
            <a:r>
              <a:rPr lang="de-DE">
                <a:solidFill>
                  <a:schemeClr val="dk1"/>
                </a:solidFill>
                <a:latin typeface="Noto Serif Georgian"/>
                <a:ea typeface="Noto Serif Georgian"/>
                <a:cs typeface="Noto Serif Georgian"/>
                <a:sym typeface="Noto Serif Georgian"/>
              </a:rPr>
              <a:t>: Best for enterprise-grade scalability due to </a:t>
            </a:r>
            <a:r>
              <a:rPr b="1" lang="de-DE">
                <a:solidFill>
                  <a:schemeClr val="dk1"/>
                </a:solidFill>
                <a:latin typeface="Noto Serif Georgian"/>
                <a:ea typeface="Noto Serif Georgian"/>
                <a:cs typeface="Noto Serif Georgian"/>
                <a:sym typeface="Noto Serif Georgian"/>
              </a:rPr>
              <a:t>Horizontal Sharding</a:t>
            </a:r>
            <a:r>
              <a:rPr lang="de-DE">
                <a:solidFill>
                  <a:schemeClr val="dk1"/>
                </a:solidFill>
                <a:latin typeface="Noto Serif Georgian"/>
                <a:ea typeface="Noto Serif Georgian"/>
                <a:cs typeface="Noto Serif Georgian"/>
                <a:sym typeface="Noto Serif Georgian"/>
              </a:rPr>
              <a:t>,  </a:t>
            </a:r>
            <a:r>
              <a:rPr b="1" lang="de-DE">
                <a:solidFill>
                  <a:schemeClr val="dk1"/>
                </a:solidFill>
                <a:latin typeface="Noto Serif Georgian"/>
                <a:ea typeface="Noto Serif Georgian"/>
                <a:cs typeface="Noto Serif Georgian"/>
                <a:sym typeface="Noto Serif Georgian"/>
              </a:rPr>
              <a:t>Hybrid Search</a:t>
            </a:r>
            <a:r>
              <a:rPr lang="de-DE">
                <a:solidFill>
                  <a:schemeClr val="dk1"/>
                </a:solidFill>
                <a:latin typeface="Noto Serif Georgian"/>
                <a:ea typeface="Noto Serif Georgian"/>
                <a:cs typeface="Noto Serif Georgian"/>
                <a:sym typeface="Noto Serif Georgian"/>
              </a:rPr>
              <a:t> and Smart </a:t>
            </a:r>
            <a:r>
              <a:rPr b="1" lang="de-DE">
                <a:solidFill>
                  <a:schemeClr val="dk1"/>
                </a:solidFill>
                <a:latin typeface="Noto Serif Georgian"/>
                <a:ea typeface="Noto Serif Georgian"/>
                <a:cs typeface="Noto Serif Georgian"/>
                <a:sym typeface="Noto Serif Georgian"/>
              </a:rPr>
              <a:t>Filtering</a:t>
            </a:r>
            <a:r>
              <a:rPr lang="de-DE">
                <a:solidFill>
                  <a:schemeClr val="dk1"/>
                </a:solidFill>
                <a:latin typeface="Noto Serif Georgian"/>
                <a:ea typeface="Noto Serif Georgian"/>
                <a:cs typeface="Noto Serif Georgian"/>
                <a:sym typeface="Noto Serif Georgian"/>
              </a:rPr>
              <a:t> support.</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1000"/>
              </a:spcBef>
              <a:spcAft>
                <a:spcPts val="0"/>
              </a:spcAft>
              <a:buClr>
                <a:schemeClr val="dk1"/>
              </a:buClr>
              <a:buSzPts val="1400"/>
              <a:buFont typeface="Noto Serif Georgian"/>
              <a:buChar char="●"/>
            </a:pPr>
            <a:r>
              <a:rPr b="1" lang="de-DE">
                <a:solidFill>
                  <a:schemeClr val="dk1"/>
                </a:solidFill>
                <a:latin typeface="Noto Serif Georgian"/>
                <a:ea typeface="Noto Serif Georgian"/>
                <a:cs typeface="Noto Serif Georgian"/>
                <a:sym typeface="Noto Serif Georgian"/>
              </a:rPr>
              <a:t>FAISS</a:t>
            </a:r>
            <a:r>
              <a:rPr lang="de-DE">
                <a:solidFill>
                  <a:schemeClr val="dk1"/>
                </a:solidFill>
                <a:latin typeface="Noto Serif Georgian"/>
                <a:ea typeface="Noto Serif Georgian"/>
                <a:cs typeface="Noto Serif Georgian"/>
                <a:sym typeface="Noto Serif Georgian"/>
              </a:rPr>
              <a:t>: Best for maximum raw search speed due to </a:t>
            </a:r>
            <a:r>
              <a:rPr b="1" lang="de-DE">
                <a:solidFill>
                  <a:schemeClr val="dk1"/>
                </a:solidFill>
                <a:latin typeface="Noto Serif Georgian"/>
                <a:ea typeface="Noto Serif Georgian"/>
                <a:cs typeface="Noto Serif Georgian"/>
                <a:sym typeface="Noto Serif Georgian"/>
              </a:rPr>
              <a:t>GPU</a:t>
            </a:r>
            <a:r>
              <a:rPr lang="de-DE">
                <a:solidFill>
                  <a:schemeClr val="dk1"/>
                </a:solidFill>
                <a:latin typeface="Noto Serif Georgian"/>
                <a:ea typeface="Noto Serif Georgian"/>
                <a:cs typeface="Noto Serif Georgian"/>
                <a:sym typeface="Noto Serif Georgian"/>
              </a:rPr>
              <a:t> support and advanced search algorithms, e.g.  Inverted File (</a:t>
            </a:r>
            <a:r>
              <a:rPr b="1" lang="de-DE">
                <a:solidFill>
                  <a:schemeClr val="dk1"/>
                </a:solidFill>
                <a:latin typeface="Noto Serif Georgian"/>
                <a:ea typeface="Noto Serif Georgian"/>
                <a:cs typeface="Noto Serif Georgian"/>
                <a:sym typeface="Noto Serif Georgian"/>
              </a:rPr>
              <a:t>IVF)</a:t>
            </a:r>
            <a:r>
              <a:rPr lang="de-DE">
                <a:solidFill>
                  <a:schemeClr val="dk1"/>
                </a:solidFill>
                <a:latin typeface="Noto Serif Georgian"/>
                <a:ea typeface="Noto Serif Georgian"/>
                <a:cs typeface="Noto Serif Georgian"/>
                <a:sym typeface="Noto Serif Georgian"/>
              </a:rPr>
              <a:t>.</a:t>
            </a:r>
            <a:endParaRPr>
              <a:solidFill>
                <a:schemeClr val="dk1"/>
              </a:solidFill>
              <a:latin typeface="Noto Serif Georgian"/>
              <a:ea typeface="Noto Serif Georgian"/>
              <a:cs typeface="Noto Serif Georgian"/>
              <a:sym typeface="Noto Serif Georgian"/>
            </a:endParaRPr>
          </a:p>
        </p:txBody>
      </p:sp>
      <p:graphicFrame>
        <p:nvGraphicFramePr>
          <p:cNvPr id="1026" name="Google Shape;1026;p32"/>
          <p:cNvGraphicFramePr/>
          <p:nvPr/>
        </p:nvGraphicFramePr>
        <p:xfrm>
          <a:off x="582313" y="1582675"/>
          <a:ext cx="3000000" cy="3000000"/>
        </p:xfrm>
        <a:graphic>
          <a:graphicData uri="http://schemas.openxmlformats.org/drawingml/2006/table">
            <a:tbl>
              <a:tblPr>
                <a:noFill/>
                <a:tableStyleId>{DF5DF987-FFA9-415C-922C-3FD824A25E45}</a:tableStyleId>
              </a:tblPr>
              <a:tblGrid>
                <a:gridCol w="1387950"/>
                <a:gridCol w="3168625"/>
                <a:gridCol w="3713625"/>
              </a:tblGrid>
              <a:tr h="228250">
                <a:tc>
                  <a:txBody>
                    <a:bodyPr/>
                    <a:lstStyle/>
                    <a:p>
                      <a:pPr indent="0" lvl="0" marL="0" rtl="0" algn="ctr">
                        <a:lnSpc>
                          <a:spcPct val="115000"/>
                        </a:lnSpc>
                        <a:spcBef>
                          <a:spcPts val="0"/>
                        </a:spcBef>
                        <a:spcAft>
                          <a:spcPts val="0"/>
                        </a:spcAft>
                        <a:buNone/>
                      </a:pPr>
                      <a:r>
                        <a:rPr b="1" lang="de-DE">
                          <a:solidFill>
                            <a:srgbClr val="FFFFFF"/>
                          </a:solidFill>
                          <a:latin typeface="Noto Serif Georgian"/>
                          <a:ea typeface="Noto Serif Georgian"/>
                          <a:cs typeface="Noto Serif Georgian"/>
                          <a:sym typeface="Noto Serif Georgian"/>
                        </a:rPr>
                        <a:t>Category</a:t>
                      </a:r>
                      <a:endParaRPr b="1">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2A5916"/>
                      </a:solidFill>
                      <a:prstDash val="solid"/>
                      <a:round/>
                      <a:headEnd len="sm" w="sm" type="none"/>
                      <a:tailEnd len="sm" w="sm" type="none"/>
                    </a:lnL>
                    <a:lnR cap="flat" cmpd="sng" w="8650">
                      <a:solidFill>
                        <a:srgbClr val="38761D"/>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2A5916"/>
                      </a:solidFill>
                      <a:prstDash val="solid"/>
                      <a:round/>
                      <a:headEnd len="sm" w="sm" type="none"/>
                      <a:tailEnd len="sm" w="sm" type="none"/>
                    </a:lnB>
                    <a:solidFill>
                      <a:srgbClr val="38761D"/>
                    </a:solidFill>
                  </a:tcPr>
                </a:tc>
                <a:tc>
                  <a:txBody>
                    <a:bodyPr/>
                    <a:lstStyle/>
                    <a:p>
                      <a:pPr indent="0" lvl="0" marL="0" rtl="0" algn="ctr">
                        <a:lnSpc>
                          <a:spcPct val="115000"/>
                        </a:lnSpc>
                        <a:spcBef>
                          <a:spcPts val="0"/>
                        </a:spcBef>
                        <a:spcAft>
                          <a:spcPts val="0"/>
                        </a:spcAft>
                        <a:buNone/>
                      </a:pPr>
                      <a:r>
                        <a:rPr b="1" lang="de-DE">
                          <a:solidFill>
                            <a:srgbClr val="FFFFFF"/>
                          </a:solidFill>
                          <a:latin typeface="Noto Serif Georgian"/>
                          <a:ea typeface="Noto Serif Georgian"/>
                          <a:cs typeface="Noto Serif Georgian"/>
                          <a:sym typeface="Noto Serif Georgian"/>
                        </a:rPr>
                        <a:t>Advantages (Pros)</a:t>
                      </a:r>
                      <a:endParaRPr b="1">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38761D"/>
                      </a:solidFill>
                      <a:prstDash val="solid"/>
                      <a:round/>
                      <a:headEnd len="sm" w="sm" type="none"/>
                      <a:tailEnd len="sm" w="sm" type="none"/>
                    </a:lnL>
                    <a:lnR cap="flat" cmpd="sng" w="8650">
                      <a:solidFill>
                        <a:srgbClr val="38761D"/>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2A5916"/>
                      </a:solidFill>
                      <a:prstDash val="solid"/>
                      <a:round/>
                      <a:headEnd len="sm" w="sm" type="none"/>
                      <a:tailEnd len="sm" w="sm" type="none"/>
                    </a:lnB>
                    <a:solidFill>
                      <a:srgbClr val="38761D"/>
                    </a:solidFill>
                  </a:tcPr>
                </a:tc>
                <a:tc>
                  <a:txBody>
                    <a:bodyPr/>
                    <a:lstStyle/>
                    <a:p>
                      <a:pPr indent="0" lvl="0" marL="0" rtl="0" algn="ctr">
                        <a:lnSpc>
                          <a:spcPct val="115000"/>
                        </a:lnSpc>
                        <a:spcBef>
                          <a:spcPts val="0"/>
                        </a:spcBef>
                        <a:spcAft>
                          <a:spcPts val="0"/>
                        </a:spcAft>
                        <a:buNone/>
                      </a:pPr>
                      <a:r>
                        <a:rPr b="1" lang="de-DE">
                          <a:solidFill>
                            <a:srgbClr val="FFFFFF"/>
                          </a:solidFill>
                          <a:latin typeface="Noto Serif Georgian"/>
                          <a:ea typeface="Noto Serif Georgian"/>
                          <a:cs typeface="Noto Serif Georgian"/>
                          <a:sym typeface="Noto Serif Georgian"/>
                        </a:rPr>
                        <a:t>Disadvantages (Cons)</a:t>
                      </a:r>
                      <a:endParaRPr b="1">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38761D"/>
                      </a:solidFill>
                      <a:prstDash val="solid"/>
                      <a:round/>
                      <a:headEnd len="sm" w="sm" type="none"/>
                      <a:tailEnd len="sm" w="sm" type="none"/>
                    </a:lnL>
                    <a:lnR cap="flat" cmpd="sng" w="8650">
                      <a:solidFill>
                        <a:srgbClr val="2A5916"/>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2A5916"/>
                      </a:solidFill>
                      <a:prstDash val="solid"/>
                      <a:round/>
                      <a:headEnd len="sm" w="sm" type="none"/>
                      <a:tailEnd len="sm" w="sm" type="none"/>
                    </a:lnB>
                    <a:solidFill>
                      <a:srgbClr val="38761D"/>
                    </a:solidFill>
                  </a:tcPr>
                </a:tc>
              </a:tr>
              <a:tr h="626825">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Cost &amp; Setup</a:t>
                      </a:r>
                      <a:endParaRPr b="1">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A5916"/>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Free &amp; Open Source</a:t>
                      </a:r>
                      <a:r>
                        <a:rPr lang="de-DE">
                          <a:solidFill>
                            <a:srgbClr val="434343"/>
                          </a:solidFill>
                          <a:latin typeface="Noto Serif Georgian"/>
                          <a:ea typeface="Noto Serif Georgian"/>
                          <a:cs typeface="Noto Serif Georgian"/>
                          <a:sym typeface="Noto Serif Georgian"/>
                        </a:rPr>
                        <a:t>: no monthly “pod” costs (e.g., Pinecone Pricing).</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Single-Node Architecture</a:t>
                      </a:r>
                      <a:r>
                        <a:rPr lang="de-DE">
                          <a:solidFill>
                            <a:srgbClr val="434343"/>
                          </a:solidFill>
                          <a:latin typeface="Noto Serif Georgian"/>
                          <a:ea typeface="Noto Serif Georgian"/>
                          <a:cs typeface="Noto Serif Georgian"/>
                          <a:sym typeface="Noto Serif Georgian"/>
                        </a:rPr>
                        <a:t>: Difficult to scale horizontally; if you outgrow one server, you must migrate.</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2A5916"/>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r>
              <a:tr h="626825">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Speed</a:t>
                      </a:r>
                      <a:endParaRPr b="1">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A5916"/>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Great for Prototyping</a:t>
                      </a:r>
                      <a:r>
                        <a:rPr lang="de-DE">
                          <a:solidFill>
                            <a:srgbClr val="434343"/>
                          </a:solidFill>
                          <a:latin typeface="Noto Serif Georgian"/>
                          <a:ea typeface="Noto Serif Georgian"/>
                          <a:cs typeface="Noto Serif Georgian"/>
                          <a:sym typeface="Noto Serif Georgian"/>
                        </a:rPr>
                        <a:t>: fastest way to build a working demo.</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6F8F9"/>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Concurrency Bottleneck</a:t>
                      </a:r>
                      <a:r>
                        <a:rPr lang="de-DE">
                          <a:solidFill>
                            <a:srgbClr val="434343"/>
                          </a:solidFill>
                          <a:latin typeface="Noto Serif Georgian"/>
                          <a:ea typeface="Noto Serif Georgian"/>
                          <a:cs typeface="Noto Serif Georgian"/>
                          <a:sym typeface="Noto Serif Georgian"/>
                        </a:rPr>
                        <a:t>: High traffic causes “database is locked” errors due to the SQLite backend.</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6F8F9"/>
                      </a:solidFill>
                      <a:prstDash val="solid"/>
                      <a:round/>
                      <a:headEnd len="sm" w="sm" type="none"/>
                      <a:tailEnd len="sm" w="sm" type="none"/>
                    </a:lnL>
                    <a:lnR cap="flat" cmpd="sng" w="8650">
                      <a:solidFill>
                        <a:srgbClr val="2A5916"/>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r>
              <a:tr h="1059125">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Performance</a:t>
                      </a:r>
                      <a:endParaRPr b="1">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A5916"/>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A5916"/>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Local Storage</a:t>
                      </a:r>
                      <a:r>
                        <a:rPr lang="de-DE">
                          <a:solidFill>
                            <a:srgbClr val="434343"/>
                          </a:solidFill>
                          <a:latin typeface="Noto Serif Georgian"/>
                          <a:ea typeface="Noto Serif Georgian"/>
                          <a:cs typeface="Noto Serif Georgian"/>
                          <a:sym typeface="Noto Serif Georgian"/>
                        </a:rPr>
                        <a:t>: All data stays on your machine for maximum privacy.</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A5916"/>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Memory Dependency</a:t>
                      </a:r>
                      <a:r>
                        <a:rPr lang="de-DE">
                          <a:solidFill>
                            <a:srgbClr val="434343"/>
                          </a:solidFill>
                          <a:latin typeface="Noto Serif Georgian"/>
                          <a:ea typeface="Noto Serif Georgian"/>
                          <a:cs typeface="Noto Serif Georgian"/>
                          <a:sym typeface="Noto Serif Georgian"/>
                        </a:rPr>
                        <a:t>: Because of the HNSW algorithm, the entire index must fit in your System RAM.</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2A5916"/>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A5916"/>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33"/>
          <p:cNvSpPr txBox="1"/>
          <p:nvPr>
            <p:ph idx="11" type="ftr"/>
          </p:nvPr>
        </p:nvSpPr>
        <p:spPr>
          <a:xfrm>
            <a:off x="388739" y="6634667"/>
            <a:ext cx="4102200" cy="2154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lang="de-DE">
                <a:latin typeface="Noto Serif Georgian"/>
                <a:ea typeface="Noto Serif Georgian"/>
                <a:cs typeface="Noto Serif Georgian"/>
                <a:sym typeface="Noto Serif Georgian"/>
              </a:rPr>
              <a:t>Y. Herasymenko: “Local RAG Chatbot for customer service”</a:t>
            </a:r>
            <a:endParaRPr>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032" name="Google Shape;1032;p33"/>
          <p:cNvSpPr txBox="1"/>
          <p:nvPr>
            <p:ph idx="12" type="sldNum"/>
          </p:nvPr>
        </p:nvSpPr>
        <p:spPr>
          <a:xfrm>
            <a:off x="8575907" y="6634667"/>
            <a:ext cx="1812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
        <p:nvSpPr>
          <p:cNvPr id="1033" name="Google Shape;1033;p33"/>
          <p:cNvSpPr txBox="1"/>
          <p:nvPr>
            <p:ph idx="4294967295" type="body"/>
          </p:nvPr>
        </p:nvSpPr>
        <p:spPr>
          <a:xfrm>
            <a:off x="388738" y="611950"/>
            <a:ext cx="5133300" cy="215400"/>
          </a:xfrm>
          <a:prstGeom prst="rect">
            <a:avLst/>
          </a:prstGeom>
          <a:noFill/>
          <a:ln>
            <a:noFill/>
          </a:ln>
        </p:spPr>
        <p:txBody>
          <a:bodyPr anchorCtr="0" anchor="t" bIns="0" lIns="0" spcFirstLastPara="1" rIns="360000" wrap="square" tIns="0">
            <a:spAutoFit/>
          </a:bodyPr>
          <a:lstStyle/>
          <a:p>
            <a:pPr indent="0" lvl="0" marL="0" rtl="0" algn="l">
              <a:lnSpc>
                <a:spcPct val="110000"/>
              </a:lnSpc>
              <a:spcBef>
                <a:spcPts val="0"/>
              </a:spcBef>
              <a:spcAft>
                <a:spcPts val="0"/>
              </a:spcAft>
              <a:buClr>
                <a:srgbClr val="041E42"/>
              </a:buClr>
              <a:buSzPts val="1400"/>
              <a:buNone/>
            </a:pPr>
            <a:r>
              <a:rPr lang="de-DE">
                <a:latin typeface="Noto Serif Georgian"/>
                <a:ea typeface="Noto Serif Georgian"/>
                <a:cs typeface="Noto Serif Georgian"/>
                <a:sym typeface="Noto Serif Georgian"/>
              </a:rPr>
              <a:t>LLM and Embedding models</a:t>
            </a:r>
            <a:endParaRPr>
              <a:latin typeface="Noto Serif Georgian"/>
              <a:ea typeface="Noto Serif Georgian"/>
              <a:cs typeface="Noto Serif Georgian"/>
              <a:sym typeface="Noto Serif Georgian"/>
            </a:endParaRPr>
          </a:p>
        </p:txBody>
      </p:sp>
      <p:sp>
        <p:nvSpPr>
          <p:cNvPr id="1034" name="Google Shape;1034;p33"/>
          <p:cNvSpPr txBox="1"/>
          <p:nvPr>
            <p:ph type="title"/>
          </p:nvPr>
        </p:nvSpPr>
        <p:spPr>
          <a:xfrm>
            <a:off x="388739" y="301186"/>
            <a:ext cx="5133300" cy="277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Part </a:t>
            </a:r>
            <a:r>
              <a:rPr b="0" lang="de-DE">
                <a:latin typeface="Noto Serif Georgian SemiBold"/>
                <a:ea typeface="Noto Serif Georgian SemiBold"/>
                <a:cs typeface="Noto Serif Georgian SemiBold"/>
                <a:sym typeface="Noto Serif Georgian SemiBold"/>
              </a:rPr>
              <a:t>1</a:t>
            </a:r>
            <a:r>
              <a:rPr b="0" lang="de-DE">
                <a:latin typeface="Noto Serif Georgian SemiBold"/>
                <a:ea typeface="Noto Serif Georgian SemiBold"/>
                <a:cs typeface="Noto Serif Georgian SemiBold"/>
                <a:sym typeface="Noto Serif Georgian SemiBold"/>
              </a:rPr>
              <a:t>: Setup &amp; Knowledge Base</a:t>
            </a:r>
            <a:endParaRPr b="0">
              <a:latin typeface="Noto Serif Georgian SemiBold"/>
              <a:ea typeface="Noto Serif Georgian SemiBold"/>
              <a:cs typeface="Noto Serif Georgian SemiBold"/>
              <a:sym typeface="Noto Serif Georgian SemiBold"/>
            </a:endParaRPr>
          </a:p>
        </p:txBody>
      </p:sp>
      <p:sp>
        <p:nvSpPr>
          <p:cNvPr id="1035" name="Google Shape;1035;p33"/>
          <p:cNvSpPr txBox="1"/>
          <p:nvPr/>
        </p:nvSpPr>
        <p:spPr>
          <a:xfrm>
            <a:off x="424800" y="1844400"/>
            <a:ext cx="8675700" cy="4684500"/>
          </a:xfrm>
          <a:prstGeom prst="rect">
            <a:avLst/>
          </a:prstGeom>
          <a:noFill/>
          <a:ln>
            <a:noFill/>
          </a:ln>
        </p:spPr>
        <p:txBody>
          <a:bodyPr anchorCtr="0" anchor="t" bIns="91425" lIns="91425" spcFirstLastPara="1" rIns="91425" wrap="square" tIns="91425">
            <a:noAutofit/>
          </a:bodyPr>
          <a:lstStyle/>
          <a:p>
            <a:pPr indent="0" lvl="0" marL="914400" rtl="0" algn="l">
              <a:lnSpc>
                <a:spcPct val="115000"/>
              </a:lnSpc>
              <a:spcBef>
                <a:spcPts val="0"/>
              </a:spcBef>
              <a:spcAft>
                <a:spcPts val="0"/>
              </a:spcAft>
              <a:buNone/>
            </a:pPr>
            <a:r>
              <a:t/>
            </a:r>
            <a:endParaRPr>
              <a:solidFill>
                <a:schemeClr val="dk1"/>
              </a:solidFill>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latin typeface="Noto Serif Georgian"/>
              <a:ea typeface="Noto Serif Georgian"/>
              <a:cs typeface="Noto Serif Georgian"/>
              <a:sym typeface="Noto Serif Georgian"/>
            </a:endParaRPr>
          </a:p>
          <a:p>
            <a:pPr indent="0" lvl="0" marL="914400" rtl="0" algn="l">
              <a:lnSpc>
                <a:spcPct val="115000"/>
              </a:lnSpc>
              <a:spcBef>
                <a:spcPts val="0"/>
              </a:spcBef>
              <a:spcAft>
                <a:spcPts val="0"/>
              </a:spcAft>
              <a:buClr>
                <a:schemeClr val="dk1"/>
              </a:buClr>
              <a:buSzPts val="1100"/>
              <a:buFont typeface="Arial"/>
              <a:buNone/>
            </a:pPr>
            <a:r>
              <a:t/>
            </a:r>
            <a:endParaRPr>
              <a:solidFill>
                <a:schemeClr val="dk1"/>
              </a:solidFill>
              <a:latin typeface="Noto Serif Georgian"/>
              <a:ea typeface="Noto Serif Georgian"/>
              <a:cs typeface="Noto Serif Georgian"/>
              <a:sym typeface="Noto Serif Georgi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Noto Serif Georgian"/>
              <a:ea typeface="Noto Serif Georgian"/>
              <a:cs typeface="Noto Serif Georgian"/>
              <a:sym typeface="Noto Serif Georgi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Noto Serif Georgian"/>
              <a:ea typeface="Noto Serif Georgian"/>
              <a:cs typeface="Noto Serif Georgian"/>
              <a:sym typeface="Noto Serif Georgian"/>
            </a:endParaRPr>
          </a:p>
        </p:txBody>
      </p:sp>
      <p:sp>
        <p:nvSpPr>
          <p:cNvPr id="1036" name="Google Shape;1036;p33"/>
          <p:cNvSpPr txBox="1"/>
          <p:nvPr>
            <p:ph idx="1" type="body"/>
          </p:nvPr>
        </p:nvSpPr>
        <p:spPr>
          <a:xfrm>
            <a:off x="388739" y="2088356"/>
            <a:ext cx="4102200" cy="4569600"/>
          </a:xfrm>
          <a:prstGeom prst="rect">
            <a:avLst/>
          </a:prstGeom>
        </p:spPr>
        <p:txBody>
          <a:bodyPr anchorCtr="0" anchor="t" bIns="0" lIns="0" spcFirstLastPara="1" rIns="360000" wrap="square" tIns="0">
            <a:noAutofit/>
          </a:bodyPr>
          <a:lstStyle/>
          <a:p>
            <a:pPr indent="-342900" lvl="0" marL="457200" rtl="0" algn="l">
              <a:lnSpc>
                <a:spcPct val="115000"/>
              </a:lnSpc>
              <a:spcBef>
                <a:spcPts val="0"/>
              </a:spcBef>
              <a:spcAft>
                <a:spcPts val="0"/>
              </a:spcAft>
              <a:buSzPts val="1800"/>
              <a:buFont typeface="Noto Serif Georgian"/>
              <a:buChar char="●"/>
            </a:pPr>
            <a:r>
              <a:rPr lang="de-DE">
                <a:latin typeface="Noto Serif Georgian"/>
                <a:ea typeface="Noto Serif Georgian"/>
                <a:cs typeface="Noto Serif Georgian"/>
                <a:sym typeface="Noto Serif Georgian"/>
              </a:rPr>
              <a:t>Runs on a laptop CPU. At 3B params the model fits in ~2 GB of RAM.</a:t>
            </a:r>
            <a:endParaRPr>
              <a:latin typeface="Noto Serif Georgian"/>
              <a:ea typeface="Noto Serif Georgian"/>
              <a:cs typeface="Noto Serif Georgian"/>
              <a:sym typeface="Noto Serif Georgian"/>
            </a:endParaRPr>
          </a:p>
          <a:p>
            <a:pPr indent="-342900" lvl="0" marL="457200" rtl="0" algn="l">
              <a:lnSpc>
                <a:spcPct val="115000"/>
              </a:lnSpc>
              <a:spcBef>
                <a:spcPts val="1000"/>
              </a:spcBef>
              <a:spcAft>
                <a:spcPts val="0"/>
              </a:spcAft>
              <a:buSzPts val="1800"/>
              <a:buFont typeface="Noto Serif Georgian"/>
              <a:buChar char="●"/>
            </a:pPr>
            <a:r>
              <a:rPr lang="de-DE">
                <a:latin typeface="Noto Serif Georgian"/>
                <a:ea typeface="Noto Serif Georgian"/>
                <a:cs typeface="Noto Serif Georgian"/>
                <a:sym typeface="Noto Serif Georgian"/>
              </a:rPr>
              <a:t>Instruction-following is enough for summarizing texts rather than to generating ones.</a:t>
            </a:r>
            <a:endParaRPr>
              <a:latin typeface="Noto Serif Georgian"/>
              <a:ea typeface="Noto Serif Georgian"/>
              <a:cs typeface="Noto Serif Georgian"/>
              <a:sym typeface="Noto Serif Georgian"/>
            </a:endParaRPr>
          </a:p>
          <a:p>
            <a:pPr indent="-342900" lvl="0" marL="457200" rtl="0" algn="l">
              <a:lnSpc>
                <a:spcPct val="115000"/>
              </a:lnSpc>
              <a:spcBef>
                <a:spcPts val="1000"/>
              </a:spcBef>
              <a:spcAft>
                <a:spcPts val="0"/>
              </a:spcAft>
              <a:buSzPts val="1800"/>
              <a:buFont typeface="Noto Serif Georgian"/>
              <a:buChar char="●"/>
            </a:pPr>
            <a:r>
              <a:rPr lang="de-DE">
                <a:latin typeface="Noto Serif Georgian"/>
                <a:ea typeface="Noto Serif Georgian"/>
                <a:cs typeface="Noto Serif Georgian"/>
                <a:sym typeface="Noto Serif Georgian"/>
              </a:rPr>
              <a:t>Temperature = 0. Deterministic output means the same question always gives the same answer — essential for a support chatbot.</a:t>
            </a:r>
            <a:endParaRPr>
              <a:latin typeface="Noto Serif Georgian"/>
              <a:ea typeface="Noto Serif Georgian"/>
              <a:cs typeface="Noto Serif Georgian"/>
              <a:sym typeface="Noto Serif Georgian"/>
            </a:endParaRPr>
          </a:p>
          <a:p>
            <a:pPr indent="-342900" lvl="0" marL="457200" rtl="0" algn="l">
              <a:lnSpc>
                <a:spcPct val="115000"/>
              </a:lnSpc>
              <a:spcBef>
                <a:spcPts val="1000"/>
              </a:spcBef>
              <a:spcAft>
                <a:spcPts val="1000"/>
              </a:spcAft>
              <a:buSzPts val="1800"/>
              <a:buFont typeface="Noto Serif Georgian"/>
              <a:buChar char="●"/>
            </a:pPr>
            <a:r>
              <a:rPr lang="de-DE">
                <a:latin typeface="Noto Serif Georgian"/>
                <a:ea typeface="Noto Serif Georgian"/>
                <a:cs typeface="Noto Serif Georgian"/>
                <a:sym typeface="Noto Serif Georgian"/>
              </a:rPr>
              <a:t>Customer queries stay fully local, no external API.</a:t>
            </a:r>
            <a:endParaRPr>
              <a:latin typeface="Noto Serif Georgian"/>
              <a:ea typeface="Noto Serif Georgian"/>
              <a:cs typeface="Noto Serif Georgian"/>
              <a:sym typeface="Noto Serif Georgian"/>
            </a:endParaRPr>
          </a:p>
        </p:txBody>
      </p:sp>
      <p:sp>
        <p:nvSpPr>
          <p:cNvPr id="1037" name="Google Shape;1037;p33"/>
          <p:cNvSpPr txBox="1"/>
          <p:nvPr>
            <p:ph idx="2" type="body"/>
          </p:nvPr>
        </p:nvSpPr>
        <p:spPr>
          <a:xfrm>
            <a:off x="4654747" y="2088356"/>
            <a:ext cx="4102200" cy="4569600"/>
          </a:xfrm>
          <a:prstGeom prst="rect">
            <a:avLst/>
          </a:prstGeom>
        </p:spPr>
        <p:txBody>
          <a:bodyPr anchorCtr="0" anchor="t" bIns="0" lIns="0" spcFirstLastPara="1" rIns="360000" wrap="square" tIns="0">
            <a:normAutofit/>
          </a:bodyPr>
          <a:lstStyle/>
          <a:p>
            <a:pPr indent="-342900" lvl="0" marL="457200" rtl="0" algn="l">
              <a:lnSpc>
                <a:spcPct val="115000"/>
              </a:lnSpc>
              <a:spcBef>
                <a:spcPts val="0"/>
              </a:spcBef>
              <a:spcAft>
                <a:spcPts val="0"/>
              </a:spcAft>
              <a:buSzPts val="1800"/>
              <a:buFont typeface="Noto Serif Georgian"/>
              <a:buChar char="●"/>
            </a:pPr>
            <a:r>
              <a:rPr lang="de-DE">
                <a:latin typeface="Noto Serif Georgian"/>
                <a:ea typeface="Noto Serif Georgian"/>
                <a:cs typeface="Noto Serif Georgian"/>
                <a:sym typeface="Noto Serif Georgian"/>
              </a:rPr>
              <a:t>Nomic is lightweight (274MB).</a:t>
            </a:r>
            <a:endParaRPr>
              <a:latin typeface="Noto Serif Georgian"/>
              <a:ea typeface="Noto Serif Georgian"/>
              <a:cs typeface="Noto Serif Georgian"/>
              <a:sym typeface="Noto Serif Georgian"/>
            </a:endParaRPr>
          </a:p>
          <a:p>
            <a:pPr indent="-342900" lvl="0" marL="457200" rtl="0" algn="l">
              <a:lnSpc>
                <a:spcPct val="115000"/>
              </a:lnSpc>
              <a:spcBef>
                <a:spcPts val="1000"/>
              </a:spcBef>
              <a:spcAft>
                <a:spcPts val="0"/>
              </a:spcAft>
              <a:buSzPts val="1800"/>
              <a:buFont typeface="Noto Serif Georgian"/>
              <a:buChar char="●"/>
            </a:pPr>
            <a:r>
              <a:rPr lang="de-DE">
                <a:latin typeface="Noto Serif Georgian"/>
                <a:ea typeface="Noto Serif Georgian"/>
                <a:cs typeface="Noto Serif Georgian"/>
                <a:sym typeface="Noto Serif Georgian"/>
              </a:rPr>
              <a:t>Top MTEB benchmark scores. </a:t>
            </a:r>
            <a:endParaRPr>
              <a:latin typeface="Noto Serif Georgian"/>
              <a:ea typeface="Noto Serif Georgian"/>
              <a:cs typeface="Noto Serif Georgian"/>
              <a:sym typeface="Noto Serif Georgian"/>
            </a:endParaRPr>
          </a:p>
          <a:p>
            <a:pPr indent="-342900" lvl="0" marL="457200" rtl="0" algn="l">
              <a:lnSpc>
                <a:spcPct val="115000"/>
              </a:lnSpc>
              <a:spcBef>
                <a:spcPts val="1000"/>
              </a:spcBef>
              <a:spcAft>
                <a:spcPts val="0"/>
              </a:spcAft>
              <a:buSzPts val="1800"/>
              <a:buFont typeface="Noto Serif Georgian"/>
              <a:buChar char="●"/>
            </a:pPr>
            <a:r>
              <a:rPr lang="de-DE">
                <a:latin typeface="Noto Serif Georgian"/>
                <a:ea typeface="Noto Serif Georgian"/>
                <a:cs typeface="Noto Serif Georgian"/>
                <a:sym typeface="Noto Serif Georgian"/>
              </a:rPr>
              <a:t>Long </a:t>
            </a:r>
            <a:r>
              <a:rPr lang="de-DE">
                <a:latin typeface="Noto Serif Georgian"/>
                <a:ea typeface="Noto Serif Georgian"/>
                <a:cs typeface="Noto Serif Georgian"/>
                <a:sym typeface="Noto Serif Georgian"/>
              </a:rPr>
              <a:t>8192-token </a:t>
            </a:r>
            <a:r>
              <a:rPr lang="de-DE">
                <a:latin typeface="Noto Serif Georgian"/>
                <a:ea typeface="Noto Serif Georgian"/>
                <a:cs typeface="Noto Serif Georgian"/>
                <a:sym typeface="Noto Serif Georgian"/>
              </a:rPr>
              <a:t>context window. </a:t>
            </a:r>
            <a:endParaRPr>
              <a:latin typeface="Noto Serif Georgian"/>
              <a:ea typeface="Noto Serif Georgian"/>
              <a:cs typeface="Noto Serif Georgian"/>
              <a:sym typeface="Noto Serif Georgian"/>
            </a:endParaRPr>
          </a:p>
          <a:p>
            <a:pPr indent="-342900" lvl="0" marL="457200" rtl="0" algn="l">
              <a:lnSpc>
                <a:spcPct val="115000"/>
              </a:lnSpc>
              <a:spcBef>
                <a:spcPts val="1000"/>
              </a:spcBef>
              <a:spcAft>
                <a:spcPts val="0"/>
              </a:spcAft>
              <a:buSzPts val="1800"/>
              <a:buFont typeface="Noto Serif Georgian"/>
              <a:buChar char="●"/>
            </a:pPr>
            <a:r>
              <a:rPr lang="de-DE">
                <a:latin typeface="Noto Serif Georgian"/>
                <a:ea typeface="Noto Serif Georgian"/>
                <a:cs typeface="Noto Serif Georgian"/>
                <a:sym typeface="Noto Serif Georgian"/>
              </a:rPr>
              <a:t>Entirely local.</a:t>
            </a:r>
            <a:endParaRPr>
              <a:latin typeface="Noto Serif Georgian"/>
              <a:ea typeface="Noto Serif Georgian"/>
              <a:cs typeface="Noto Serif Georgian"/>
              <a:sym typeface="Noto Serif Georgian"/>
            </a:endParaRPr>
          </a:p>
          <a:p>
            <a:pPr indent="-342900" lvl="0" marL="457200" rtl="0" algn="l">
              <a:lnSpc>
                <a:spcPct val="115000"/>
              </a:lnSpc>
              <a:spcBef>
                <a:spcPts val="1000"/>
              </a:spcBef>
              <a:spcAft>
                <a:spcPts val="1000"/>
              </a:spcAft>
              <a:buSzPts val="1800"/>
              <a:buFont typeface="Noto Serif Georgian"/>
              <a:buChar char="●"/>
            </a:pPr>
            <a:r>
              <a:rPr lang="de-DE">
                <a:latin typeface="Noto Serif Georgian"/>
                <a:ea typeface="Noto Serif Georgian"/>
                <a:cs typeface="Noto Serif Georgian"/>
                <a:sym typeface="Noto Serif Georgian"/>
              </a:rPr>
              <a:t>Same Ollama runtime. One tool manages both models.</a:t>
            </a:r>
            <a:endParaRPr>
              <a:latin typeface="Noto Serif Georgian"/>
              <a:ea typeface="Noto Serif Georgian"/>
              <a:cs typeface="Noto Serif Georgian"/>
              <a:sym typeface="Noto Serif Georgian"/>
            </a:endParaRPr>
          </a:p>
        </p:txBody>
      </p:sp>
      <p:sp>
        <p:nvSpPr>
          <p:cNvPr id="1038" name="Google Shape;1038;p33"/>
          <p:cNvSpPr/>
          <p:nvPr>
            <p:ph idx="3" type="pic"/>
          </p:nvPr>
        </p:nvSpPr>
        <p:spPr>
          <a:xfrm>
            <a:off x="6328017" y="301186"/>
            <a:ext cx="810000" cy="386400"/>
          </a:xfrm>
          <a:prstGeom prst="rect">
            <a:avLst/>
          </a:prstGeom>
        </p:spPr>
      </p:sp>
      <p:sp>
        <p:nvSpPr>
          <p:cNvPr id="1039" name="Google Shape;1039;p33"/>
          <p:cNvSpPr txBox="1"/>
          <p:nvPr>
            <p:ph idx="4" type="body"/>
          </p:nvPr>
        </p:nvSpPr>
        <p:spPr>
          <a:xfrm>
            <a:off x="424798" y="1725625"/>
            <a:ext cx="4102200" cy="246300"/>
          </a:xfrm>
          <a:prstGeom prst="rect">
            <a:avLst/>
          </a:prstGeom>
        </p:spPr>
        <p:txBody>
          <a:bodyPr anchorCtr="0" anchor="t" bIns="0" lIns="0" spcFirstLastPara="1" rIns="360000" wrap="square" tIns="0">
            <a:spAutoFit/>
          </a:bodyPr>
          <a:lstStyle/>
          <a:p>
            <a:pPr indent="0" lvl="0" marL="0" rtl="0" algn="l">
              <a:spcBef>
                <a:spcPts val="0"/>
              </a:spcBef>
              <a:spcAft>
                <a:spcPts val="800"/>
              </a:spcAft>
              <a:buClr>
                <a:schemeClr val="dk1"/>
              </a:buClr>
              <a:buSzPts val="1100"/>
              <a:buFont typeface="Arial"/>
              <a:buNone/>
            </a:pPr>
            <a:r>
              <a:rPr b="1" lang="de-DE" sz="1600">
                <a:solidFill>
                  <a:schemeClr val="dk1"/>
                </a:solidFill>
                <a:latin typeface="Noto Serif Georgian"/>
                <a:ea typeface="Noto Serif Georgian"/>
                <a:cs typeface="Noto Serif Georgian"/>
                <a:sym typeface="Noto Serif Georgian"/>
              </a:rPr>
              <a:t>L</a:t>
            </a:r>
            <a:r>
              <a:rPr b="1" lang="de-DE" sz="1600">
                <a:solidFill>
                  <a:schemeClr val="dk1"/>
                </a:solidFill>
                <a:latin typeface="Noto Serif Georgian"/>
                <a:ea typeface="Noto Serif Georgian"/>
                <a:cs typeface="Noto Serif Georgian"/>
                <a:sym typeface="Noto Serif Georgian"/>
              </a:rPr>
              <a:t>lama3.2 3B params</a:t>
            </a:r>
            <a:endParaRPr b="1" sz="1600"/>
          </a:p>
        </p:txBody>
      </p:sp>
      <p:sp>
        <p:nvSpPr>
          <p:cNvPr id="1040" name="Google Shape;1040;p33"/>
          <p:cNvSpPr txBox="1"/>
          <p:nvPr/>
        </p:nvSpPr>
        <p:spPr>
          <a:xfrm>
            <a:off x="4572000" y="1633225"/>
            <a:ext cx="4185000" cy="4311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800"/>
              </a:spcAft>
              <a:buNone/>
            </a:pPr>
            <a:r>
              <a:rPr b="1" lang="de-DE" sz="1600">
                <a:solidFill>
                  <a:schemeClr val="dk1"/>
                </a:solidFill>
                <a:latin typeface="Noto Serif Georgian"/>
                <a:ea typeface="Noto Serif Georgian"/>
                <a:cs typeface="Noto Serif Georgian"/>
                <a:sym typeface="Noto Serif Georgian"/>
              </a:rPr>
              <a:t>nomic-embed-text</a:t>
            </a:r>
            <a:endParaRPr b="1" sz="1600">
              <a:solidFill>
                <a:srgbClr val="041E4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34"/>
          <p:cNvSpPr txBox="1"/>
          <p:nvPr>
            <p:ph idx="11" type="ftr"/>
          </p:nvPr>
        </p:nvSpPr>
        <p:spPr>
          <a:xfrm>
            <a:off x="388757" y="6634671"/>
            <a:ext cx="6715500" cy="29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Y. Herasymenko: “Local RAG Chatbot for customer service”</a:t>
            </a:r>
            <a:endParaRPr sz="1200">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046" name="Google Shape;1046;p34"/>
          <p:cNvSpPr txBox="1"/>
          <p:nvPr>
            <p:ph idx="12" type="sldNum"/>
          </p:nvPr>
        </p:nvSpPr>
        <p:spPr>
          <a:xfrm>
            <a:off x="8603158" y="6634667"/>
            <a:ext cx="1539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047" name="Google Shape;1047;p34"/>
          <p:cNvSpPr txBox="1"/>
          <p:nvPr>
            <p:ph idx="4294967295" type="body"/>
          </p:nvPr>
        </p:nvSpPr>
        <p:spPr>
          <a:xfrm>
            <a:off x="417325" y="726250"/>
            <a:ext cx="5133300" cy="292500"/>
          </a:xfrm>
          <a:prstGeom prst="rect">
            <a:avLst/>
          </a:prstGeom>
          <a:noFill/>
          <a:ln>
            <a:noFill/>
          </a:ln>
        </p:spPr>
        <p:txBody>
          <a:bodyPr anchorCtr="0" anchor="t" bIns="0" lIns="0" spcFirstLastPara="1" rIns="360000" wrap="square" tIns="0">
            <a:noAutofit/>
          </a:bodyPr>
          <a:lstStyle/>
          <a:p>
            <a:pPr indent="0" lvl="0" marL="0" rtl="0" algn="l">
              <a:lnSpc>
                <a:spcPct val="110000"/>
              </a:lnSpc>
              <a:spcBef>
                <a:spcPts val="0"/>
              </a:spcBef>
              <a:spcAft>
                <a:spcPts val="0"/>
              </a:spcAft>
              <a:buClr>
                <a:srgbClr val="041E42"/>
              </a:buClr>
              <a:buSzPts val="1400"/>
              <a:buNone/>
            </a:pPr>
            <a:r>
              <a:rPr lang="de-DE">
                <a:solidFill>
                  <a:srgbClr val="041E42"/>
                </a:solidFill>
                <a:latin typeface="Noto Serif Georgian"/>
                <a:ea typeface="Noto Serif Georgian"/>
                <a:cs typeface="Noto Serif Georgian"/>
                <a:sym typeface="Noto Serif Georgian"/>
              </a:rPr>
              <a:t>Optimizing Chunk Parameters: </a:t>
            </a:r>
            <a:r>
              <a:rPr b="1" lang="de-DE">
                <a:solidFill>
                  <a:srgbClr val="041E42"/>
                </a:solidFill>
                <a:latin typeface="Noto Serif Georgian"/>
                <a:ea typeface="Noto Serif Georgian"/>
                <a:cs typeface="Noto Serif Georgian"/>
                <a:sym typeface="Noto Serif Georgian"/>
              </a:rPr>
              <a:t>25%</a:t>
            </a:r>
            <a:r>
              <a:rPr lang="de-DE">
                <a:solidFill>
                  <a:srgbClr val="041E42"/>
                </a:solidFill>
                <a:latin typeface="Noto Serif Georgian"/>
                <a:ea typeface="Noto Serif Georgian"/>
                <a:cs typeface="Noto Serif Georgian"/>
                <a:sym typeface="Noto Serif Georgian"/>
              </a:rPr>
              <a:t> Semantic Overlap</a:t>
            </a:r>
            <a:endParaRPr>
              <a:latin typeface="Noto Serif Georgian"/>
              <a:ea typeface="Noto Serif Georgian"/>
              <a:cs typeface="Noto Serif Georgian"/>
              <a:sym typeface="Noto Serif Georgian"/>
            </a:endParaRPr>
          </a:p>
        </p:txBody>
      </p:sp>
      <p:sp>
        <p:nvSpPr>
          <p:cNvPr id="1048" name="Google Shape;1048;p34"/>
          <p:cNvSpPr txBox="1"/>
          <p:nvPr>
            <p:ph type="title"/>
          </p:nvPr>
        </p:nvSpPr>
        <p:spPr>
          <a:xfrm>
            <a:off x="388750" y="301175"/>
            <a:ext cx="67155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0" lang="de-DE">
                <a:latin typeface="Noto Serif Georgian SemiBold"/>
                <a:ea typeface="Noto Serif Georgian SemiBold"/>
                <a:cs typeface="Noto Serif Georgian SemiBold"/>
                <a:sym typeface="Noto Serif Georgian SemiBold"/>
              </a:rPr>
              <a:t>Document Ingestion</a:t>
            </a:r>
            <a:endParaRPr b="0">
              <a:latin typeface="Noto Serif Georgian SemiBold"/>
              <a:ea typeface="Noto Serif Georgian SemiBold"/>
              <a:cs typeface="Noto Serif Georgian SemiBold"/>
              <a:sym typeface="Noto Serif Georgian SemiBold"/>
            </a:endParaRPr>
          </a:p>
        </p:txBody>
      </p:sp>
      <p:sp>
        <p:nvSpPr>
          <p:cNvPr id="1049" name="Google Shape;1049;p34"/>
          <p:cNvSpPr txBox="1"/>
          <p:nvPr/>
        </p:nvSpPr>
        <p:spPr>
          <a:xfrm>
            <a:off x="417325" y="1373625"/>
            <a:ext cx="12300" cy="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050" name="Google Shape;1050;p34"/>
          <p:cNvSpPr txBox="1"/>
          <p:nvPr/>
        </p:nvSpPr>
        <p:spPr>
          <a:xfrm>
            <a:off x="501650" y="1373613"/>
            <a:ext cx="8079600" cy="495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1"/>
              </a:solidFill>
              <a:latin typeface="Noto Serif Georgian"/>
              <a:ea typeface="Noto Serif Georgian"/>
              <a:cs typeface="Noto Serif Georgian"/>
              <a:sym typeface="Noto Serif Georgian"/>
            </a:endParaRPr>
          </a:p>
        </p:txBody>
      </p:sp>
      <p:sp>
        <p:nvSpPr>
          <p:cNvPr id="1051" name="Google Shape;1051;p34"/>
          <p:cNvSpPr txBox="1"/>
          <p:nvPr>
            <p:ph idx="1" type="body"/>
          </p:nvPr>
        </p:nvSpPr>
        <p:spPr>
          <a:xfrm>
            <a:off x="417313" y="5909346"/>
            <a:ext cx="4102200" cy="511200"/>
          </a:xfrm>
          <a:prstGeom prst="rect">
            <a:avLst/>
          </a:prstGeom>
        </p:spPr>
        <p:txBody>
          <a:bodyPr anchorCtr="0" anchor="t" bIns="0" lIns="0" spcFirstLastPara="1" rIns="360000" wrap="square" tIns="0">
            <a:noAutofit/>
          </a:bodyPr>
          <a:lstStyle/>
          <a:p>
            <a:pPr indent="0" lvl="0" marL="0" rtl="0" algn="l">
              <a:lnSpc>
                <a:spcPct val="100000"/>
              </a:lnSpc>
              <a:spcBef>
                <a:spcPts val="0"/>
              </a:spcBef>
              <a:spcAft>
                <a:spcPts val="0"/>
              </a:spcAft>
              <a:buSzPts val="523"/>
              <a:buNone/>
            </a:pPr>
            <a:r>
              <a:rPr lang="de-DE" sz="1200">
                <a:latin typeface="Noto Serif Georgian"/>
                <a:ea typeface="Noto Serif Georgian"/>
                <a:cs typeface="Noto Serif Georgian"/>
                <a:sym typeface="Noto Serif Georgian"/>
              </a:rPr>
              <a:t>CHUNK_SIZE = 300</a:t>
            </a:r>
            <a:endParaRPr sz="1200">
              <a:latin typeface="Noto Serif Georgian"/>
              <a:ea typeface="Noto Serif Georgian"/>
              <a:cs typeface="Noto Serif Georgian"/>
              <a:sym typeface="Noto Serif Georgian"/>
            </a:endParaRPr>
          </a:p>
          <a:p>
            <a:pPr indent="0" lvl="0" marL="0" rtl="0" algn="l">
              <a:lnSpc>
                <a:spcPct val="100000"/>
              </a:lnSpc>
              <a:spcBef>
                <a:spcPts val="800"/>
              </a:spcBef>
              <a:spcAft>
                <a:spcPts val="0"/>
              </a:spcAft>
              <a:buSzPts val="523"/>
              <a:buNone/>
            </a:pPr>
            <a:r>
              <a:rPr lang="de-DE" sz="1200">
                <a:latin typeface="Noto Serif Georgian"/>
                <a:ea typeface="Noto Serif Georgian"/>
                <a:cs typeface="Noto Serif Georgian"/>
                <a:sym typeface="Noto Serif Georgian"/>
              </a:rPr>
              <a:t>CHUNK_OVERLAP = </a:t>
            </a:r>
            <a:r>
              <a:rPr lang="de-DE" sz="1200">
                <a:latin typeface="Noto Serif Georgian"/>
                <a:ea typeface="Noto Serif Georgian"/>
                <a:cs typeface="Noto Serif Georgian"/>
                <a:sym typeface="Noto Serif Georgian"/>
              </a:rPr>
              <a:t>75</a:t>
            </a:r>
            <a:endParaRPr sz="1200">
              <a:latin typeface="Noto Serif Georgian"/>
              <a:ea typeface="Noto Serif Georgian"/>
              <a:cs typeface="Noto Serif Georgian"/>
              <a:sym typeface="Noto Serif Georgian"/>
            </a:endParaRPr>
          </a:p>
          <a:p>
            <a:pPr indent="0" lvl="0" marL="0" rtl="0" algn="l">
              <a:lnSpc>
                <a:spcPct val="100000"/>
              </a:lnSpc>
              <a:spcBef>
                <a:spcPts val="800"/>
              </a:spcBef>
              <a:spcAft>
                <a:spcPts val="800"/>
              </a:spcAft>
              <a:buSzPts val="523"/>
              <a:buNone/>
            </a:pPr>
            <a:r>
              <a:t/>
            </a:r>
            <a:endParaRPr sz="1200">
              <a:latin typeface="Noto Serif Georgian"/>
              <a:ea typeface="Noto Serif Georgian"/>
              <a:cs typeface="Noto Serif Georgian"/>
              <a:sym typeface="Noto Serif Georgian"/>
            </a:endParaRPr>
          </a:p>
        </p:txBody>
      </p:sp>
      <p:sp>
        <p:nvSpPr>
          <p:cNvPr id="1052" name="Google Shape;1052;p34"/>
          <p:cNvSpPr txBox="1"/>
          <p:nvPr>
            <p:ph idx="3" type="body"/>
          </p:nvPr>
        </p:nvSpPr>
        <p:spPr>
          <a:xfrm>
            <a:off x="4864300" y="5909350"/>
            <a:ext cx="4102200" cy="585900"/>
          </a:xfrm>
          <a:prstGeom prst="rect">
            <a:avLst/>
          </a:prstGeom>
        </p:spPr>
        <p:txBody>
          <a:bodyPr anchorCtr="0" anchor="t" bIns="0" lIns="0" spcFirstLastPara="1" rIns="360000" wrap="square" tIns="0">
            <a:noAutofit/>
          </a:bodyPr>
          <a:lstStyle/>
          <a:p>
            <a:pPr indent="0" lvl="0" marL="0" rtl="0" algn="l">
              <a:spcBef>
                <a:spcPts val="0"/>
              </a:spcBef>
              <a:spcAft>
                <a:spcPts val="0"/>
              </a:spcAft>
              <a:buNone/>
            </a:pPr>
            <a:r>
              <a:rPr b="1" lang="de-DE" sz="1200">
                <a:latin typeface="Noto Serif Georgian"/>
                <a:ea typeface="Noto Serif Georgian"/>
                <a:cs typeface="Noto Serif Georgian"/>
                <a:sym typeface="Noto Serif Georgian"/>
              </a:rPr>
              <a:t>CHUNK_SIZE = 400</a:t>
            </a:r>
            <a:endParaRPr b="1" sz="1200">
              <a:latin typeface="Noto Serif Georgian"/>
              <a:ea typeface="Noto Serif Georgian"/>
              <a:cs typeface="Noto Serif Georgian"/>
              <a:sym typeface="Noto Serif Georgian"/>
            </a:endParaRPr>
          </a:p>
          <a:p>
            <a:pPr indent="0" lvl="0" marL="0" rtl="0" algn="l">
              <a:spcBef>
                <a:spcPts val="800"/>
              </a:spcBef>
              <a:spcAft>
                <a:spcPts val="0"/>
              </a:spcAft>
              <a:buNone/>
            </a:pPr>
            <a:r>
              <a:rPr lang="de-DE" sz="1200">
                <a:latin typeface="Noto Serif Georgian"/>
                <a:ea typeface="Noto Serif Georgian"/>
                <a:cs typeface="Noto Serif Georgian"/>
                <a:sym typeface="Noto Serif Georgian"/>
              </a:rPr>
              <a:t>CHUNK_OVERLAP = </a:t>
            </a:r>
            <a:r>
              <a:rPr lang="de-DE" sz="1200">
                <a:latin typeface="Noto Serif Georgian"/>
                <a:ea typeface="Noto Serif Georgian"/>
                <a:cs typeface="Noto Serif Georgian"/>
                <a:sym typeface="Noto Serif Georgian"/>
              </a:rPr>
              <a:t>100</a:t>
            </a:r>
            <a:endParaRPr sz="1200">
              <a:latin typeface="Noto Serif Georgian"/>
              <a:ea typeface="Noto Serif Georgian"/>
              <a:cs typeface="Noto Serif Georgian"/>
              <a:sym typeface="Noto Serif Georgian"/>
            </a:endParaRPr>
          </a:p>
          <a:p>
            <a:pPr indent="0" lvl="0" marL="0" rtl="0" algn="l">
              <a:spcBef>
                <a:spcPts val="800"/>
              </a:spcBef>
              <a:spcAft>
                <a:spcPts val="800"/>
              </a:spcAft>
              <a:buNone/>
            </a:pPr>
            <a:r>
              <a:t/>
            </a:r>
            <a:endParaRPr b="1" sz="1200">
              <a:latin typeface="Noto Serif Georgian"/>
              <a:ea typeface="Noto Serif Georgian"/>
              <a:cs typeface="Noto Serif Georgian"/>
              <a:sym typeface="Noto Serif Georgian"/>
            </a:endParaRPr>
          </a:p>
        </p:txBody>
      </p:sp>
      <p:pic>
        <p:nvPicPr>
          <p:cNvPr id="1053" name="Google Shape;1053;p34"/>
          <p:cNvPicPr preferRelativeResize="0"/>
          <p:nvPr/>
        </p:nvPicPr>
        <p:blipFill rotWithShape="1">
          <a:blip r:embed="rId3">
            <a:alphaModFix/>
          </a:blip>
          <a:srcRect b="3939" l="0" r="0" t="0"/>
          <a:stretch/>
        </p:blipFill>
        <p:spPr>
          <a:xfrm>
            <a:off x="4864300" y="1469325"/>
            <a:ext cx="4056001" cy="4120851"/>
          </a:xfrm>
          <a:prstGeom prst="rect">
            <a:avLst/>
          </a:prstGeom>
          <a:noFill/>
          <a:ln>
            <a:noFill/>
          </a:ln>
        </p:spPr>
      </p:pic>
      <p:pic>
        <p:nvPicPr>
          <p:cNvPr id="1054" name="Google Shape;1054;p34"/>
          <p:cNvPicPr preferRelativeResize="0"/>
          <p:nvPr/>
        </p:nvPicPr>
        <p:blipFill rotWithShape="1">
          <a:blip r:embed="rId4">
            <a:alphaModFix/>
          </a:blip>
          <a:srcRect b="0" l="29800" r="5725" t="8265"/>
          <a:stretch/>
        </p:blipFill>
        <p:spPr>
          <a:xfrm>
            <a:off x="277450" y="1591800"/>
            <a:ext cx="4244700" cy="4220760"/>
          </a:xfrm>
          <a:prstGeom prst="rect">
            <a:avLst/>
          </a:prstGeom>
          <a:noFill/>
          <a:ln>
            <a:noFill/>
          </a:ln>
        </p:spPr>
      </p:pic>
      <p:pic>
        <p:nvPicPr>
          <p:cNvPr id="1055" name="Google Shape;1055;p34"/>
          <p:cNvPicPr preferRelativeResize="0"/>
          <p:nvPr/>
        </p:nvPicPr>
        <p:blipFill rotWithShape="1">
          <a:blip r:embed="rId4">
            <a:alphaModFix/>
          </a:blip>
          <a:srcRect b="0" l="29800" r="5725" t="8265"/>
          <a:stretch/>
        </p:blipFill>
        <p:spPr>
          <a:xfrm>
            <a:off x="315597" y="1562325"/>
            <a:ext cx="4182879" cy="4159288"/>
          </a:xfrm>
          <a:prstGeom prst="rect">
            <a:avLst/>
          </a:prstGeom>
          <a:noFill/>
          <a:ln>
            <a:noFill/>
          </a:ln>
        </p:spPr>
      </p:pic>
      <p:sp>
        <p:nvSpPr>
          <p:cNvPr id="1056" name="Google Shape;1056;p34"/>
          <p:cNvSpPr/>
          <p:nvPr/>
        </p:nvSpPr>
        <p:spPr>
          <a:xfrm>
            <a:off x="4572000" y="1420575"/>
            <a:ext cx="4434000" cy="50748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7" name="Google Shape;1057;p34"/>
          <p:cNvSpPr txBox="1"/>
          <p:nvPr/>
        </p:nvSpPr>
        <p:spPr>
          <a:xfrm>
            <a:off x="114300" y="2533650"/>
            <a:ext cx="429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a:solidFill>
                  <a:schemeClr val="dk1"/>
                </a:solidFill>
              </a:rPr>
              <a:t>✅</a:t>
            </a:r>
            <a:endParaRPr>
              <a:solidFill>
                <a:schemeClr val="dk1"/>
              </a:solidFill>
            </a:endParaRPr>
          </a:p>
        </p:txBody>
      </p:sp>
      <p:sp>
        <p:nvSpPr>
          <p:cNvPr id="1058" name="Google Shape;1058;p34"/>
          <p:cNvSpPr txBox="1"/>
          <p:nvPr/>
        </p:nvSpPr>
        <p:spPr>
          <a:xfrm>
            <a:off x="135450" y="4283075"/>
            <a:ext cx="38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sz="1200">
                <a:solidFill>
                  <a:schemeClr val="dk1"/>
                </a:solidFill>
              </a:rPr>
              <a:t>❌</a:t>
            </a:r>
            <a:endParaRPr sz="1200"/>
          </a:p>
        </p:txBody>
      </p:sp>
      <p:sp>
        <p:nvSpPr>
          <p:cNvPr id="1059" name="Google Shape;1059;p34"/>
          <p:cNvSpPr txBox="1"/>
          <p:nvPr/>
        </p:nvSpPr>
        <p:spPr>
          <a:xfrm>
            <a:off x="4624400" y="2562225"/>
            <a:ext cx="42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a:solidFill>
                  <a:schemeClr val="dk1"/>
                </a:solidFill>
              </a:rPr>
              <a:t>✅</a:t>
            </a:r>
            <a:endParaRPr>
              <a:solidFill>
                <a:schemeClr val="dk1"/>
              </a:solidFill>
            </a:endParaRPr>
          </a:p>
        </p:txBody>
      </p:sp>
      <p:sp>
        <p:nvSpPr>
          <p:cNvPr id="1060" name="Google Shape;1060;p34"/>
          <p:cNvSpPr txBox="1"/>
          <p:nvPr/>
        </p:nvSpPr>
        <p:spPr>
          <a:xfrm>
            <a:off x="4645550" y="4283413"/>
            <a:ext cx="38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a:solidFill>
                  <a:schemeClr val="dk1"/>
                </a:solidFill>
              </a:rPr>
              <a:t>✅</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35"/>
          <p:cNvSpPr txBox="1"/>
          <p:nvPr>
            <p:ph idx="11" type="ftr"/>
          </p:nvPr>
        </p:nvSpPr>
        <p:spPr>
          <a:xfrm>
            <a:off x="388757" y="6634671"/>
            <a:ext cx="6715500" cy="29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Y. Herasymenko: “Local RAG Chatbot for customer service”</a:t>
            </a:r>
            <a:endParaRPr sz="1200">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066" name="Google Shape;1066;p35"/>
          <p:cNvSpPr txBox="1"/>
          <p:nvPr>
            <p:ph idx="12" type="sldNum"/>
          </p:nvPr>
        </p:nvSpPr>
        <p:spPr>
          <a:xfrm>
            <a:off x="8603158" y="6634667"/>
            <a:ext cx="1539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067" name="Google Shape;1067;p35"/>
          <p:cNvSpPr txBox="1"/>
          <p:nvPr>
            <p:ph idx="4294967295" type="body"/>
          </p:nvPr>
        </p:nvSpPr>
        <p:spPr>
          <a:xfrm>
            <a:off x="417325" y="726250"/>
            <a:ext cx="5133300" cy="292500"/>
          </a:xfrm>
          <a:prstGeom prst="rect">
            <a:avLst/>
          </a:prstGeom>
          <a:noFill/>
          <a:ln>
            <a:noFill/>
          </a:ln>
        </p:spPr>
        <p:txBody>
          <a:bodyPr anchorCtr="0" anchor="t" bIns="0" lIns="0" spcFirstLastPara="1" rIns="360000" wrap="square" tIns="0">
            <a:noAutofit/>
          </a:bodyPr>
          <a:lstStyle/>
          <a:p>
            <a:pPr indent="0" lvl="0" marL="0" rtl="0" algn="l">
              <a:lnSpc>
                <a:spcPct val="110000"/>
              </a:lnSpc>
              <a:spcBef>
                <a:spcPts val="0"/>
              </a:spcBef>
              <a:spcAft>
                <a:spcPts val="0"/>
              </a:spcAft>
              <a:buClr>
                <a:srgbClr val="041E42"/>
              </a:buClr>
              <a:buSzPts val="1400"/>
              <a:buNone/>
            </a:pPr>
            <a:r>
              <a:rPr lang="de-DE">
                <a:solidFill>
                  <a:srgbClr val="041E42"/>
                </a:solidFill>
                <a:latin typeface="Noto Serif Georgian"/>
                <a:ea typeface="Noto Serif Georgian"/>
                <a:cs typeface="Noto Serif Georgian"/>
                <a:sym typeface="Noto Serif Georgian"/>
              </a:rPr>
              <a:t>Optimizing Chunk Parameters: </a:t>
            </a:r>
            <a:r>
              <a:rPr b="1" lang="de-DE">
                <a:solidFill>
                  <a:srgbClr val="041E42"/>
                </a:solidFill>
                <a:latin typeface="Noto Serif Georgian"/>
                <a:ea typeface="Noto Serif Georgian"/>
                <a:cs typeface="Noto Serif Georgian"/>
                <a:sym typeface="Noto Serif Georgian"/>
              </a:rPr>
              <a:t>15%</a:t>
            </a:r>
            <a:r>
              <a:rPr lang="de-DE">
                <a:solidFill>
                  <a:srgbClr val="041E42"/>
                </a:solidFill>
                <a:latin typeface="Noto Serif Georgian"/>
                <a:ea typeface="Noto Serif Georgian"/>
                <a:cs typeface="Noto Serif Georgian"/>
                <a:sym typeface="Noto Serif Georgian"/>
              </a:rPr>
              <a:t> Semantic Overlap</a:t>
            </a:r>
            <a:endParaRPr>
              <a:latin typeface="Noto Serif Georgian"/>
              <a:ea typeface="Noto Serif Georgian"/>
              <a:cs typeface="Noto Serif Georgian"/>
              <a:sym typeface="Noto Serif Georgian"/>
            </a:endParaRPr>
          </a:p>
        </p:txBody>
      </p:sp>
      <p:sp>
        <p:nvSpPr>
          <p:cNvPr id="1068" name="Google Shape;1068;p35"/>
          <p:cNvSpPr txBox="1"/>
          <p:nvPr>
            <p:ph type="title"/>
          </p:nvPr>
        </p:nvSpPr>
        <p:spPr>
          <a:xfrm>
            <a:off x="388750" y="301175"/>
            <a:ext cx="67155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0" lang="de-DE">
                <a:latin typeface="Noto Serif Georgian SemiBold"/>
                <a:ea typeface="Noto Serif Georgian SemiBold"/>
                <a:cs typeface="Noto Serif Georgian SemiBold"/>
                <a:sym typeface="Noto Serif Georgian SemiBold"/>
              </a:rPr>
              <a:t>Document Ingestion</a:t>
            </a:r>
            <a:endParaRPr b="0">
              <a:latin typeface="Noto Serif Georgian SemiBold"/>
              <a:ea typeface="Noto Serif Georgian SemiBold"/>
              <a:cs typeface="Noto Serif Georgian SemiBold"/>
              <a:sym typeface="Noto Serif Georgian SemiBold"/>
            </a:endParaRPr>
          </a:p>
        </p:txBody>
      </p:sp>
      <p:sp>
        <p:nvSpPr>
          <p:cNvPr id="1069" name="Google Shape;1069;p35"/>
          <p:cNvSpPr txBox="1"/>
          <p:nvPr/>
        </p:nvSpPr>
        <p:spPr>
          <a:xfrm>
            <a:off x="417325" y="1373625"/>
            <a:ext cx="12300" cy="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070" name="Google Shape;1070;p35"/>
          <p:cNvSpPr txBox="1"/>
          <p:nvPr/>
        </p:nvSpPr>
        <p:spPr>
          <a:xfrm>
            <a:off x="501650" y="1373613"/>
            <a:ext cx="8079600" cy="495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1"/>
              </a:solidFill>
              <a:latin typeface="Noto Serif Georgian"/>
              <a:ea typeface="Noto Serif Georgian"/>
              <a:cs typeface="Noto Serif Georgian"/>
              <a:sym typeface="Noto Serif Georgian"/>
            </a:endParaRPr>
          </a:p>
        </p:txBody>
      </p:sp>
      <p:sp>
        <p:nvSpPr>
          <p:cNvPr id="1071" name="Google Shape;1071;p35"/>
          <p:cNvSpPr txBox="1"/>
          <p:nvPr>
            <p:ph idx="1" type="body"/>
          </p:nvPr>
        </p:nvSpPr>
        <p:spPr>
          <a:xfrm>
            <a:off x="417313" y="5909346"/>
            <a:ext cx="4102200" cy="511200"/>
          </a:xfrm>
          <a:prstGeom prst="rect">
            <a:avLst/>
          </a:prstGeom>
        </p:spPr>
        <p:txBody>
          <a:bodyPr anchorCtr="0" anchor="t" bIns="0" lIns="0" spcFirstLastPara="1" rIns="360000" wrap="square" tIns="0">
            <a:noAutofit/>
          </a:bodyPr>
          <a:lstStyle/>
          <a:p>
            <a:pPr indent="0" lvl="0" marL="0" rtl="0" algn="l">
              <a:lnSpc>
                <a:spcPct val="100000"/>
              </a:lnSpc>
              <a:spcBef>
                <a:spcPts val="0"/>
              </a:spcBef>
              <a:spcAft>
                <a:spcPts val="0"/>
              </a:spcAft>
              <a:buSzPts val="523"/>
              <a:buNone/>
            </a:pPr>
            <a:r>
              <a:rPr lang="de-DE" sz="1200">
                <a:latin typeface="Noto Serif Georgian"/>
                <a:ea typeface="Noto Serif Georgian"/>
                <a:cs typeface="Noto Serif Georgian"/>
                <a:sym typeface="Noto Serif Georgian"/>
              </a:rPr>
              <a:t>CHUNK_SIZE = 300</a:t>
            </a:r>
            <a:endParaRPr sz="1200">
              <a:latin typeface="Noto Serif Georgian"/>
              <a:ea typeface="Noto Serif Georgian"/>
              <a:cs typeface="Noto Serif Georgian"/>
              <a:sym typeface="Noto Serif Georgian"/>
            </a:endParaRPr>
          </a:p>
          <a:p>
            <a:pPr indent="0" lvl="0" marL="0" rtl="0" algn="l">
              <a:lnSpc>
                <a:spcPct val="100000"/>
              </a:lnSpc>
              <a:spcBef>
                <a:spcPts val="800"/>
              </a:spcBef>
              <a:spcAft>
                <a:spcPts val="0"/>
              </a:spcAft>
              <a:buSzPts val="523"/>
              <a:buNone/>
            </a:pPr>
            <a:r>
              <a:rPr lang="de-DE" sz="1200">
                <a:latin typeface="Noto Serif Georgian"/>
                <a:ea typeface="Noto Serif Georgian"/>
                <a:cs typeface="Noto Serif Georgian"/>
                <a:sym typeface="Noto Serif Georgian"/>
              </a:rPr>
              <a:t>CHUNK_OVERLAP = 45</a:t>
            </a:r>
            <a:endParaRPr sz="1200">
              <a:latin typeface="Noto Serif Georgian"/>
              <a:ea typeface="Noto Serif Georgian"/>
              <a:cs typeface="Noto Serif Georgian"/>
              <a:sym typeface="Noto Serif Georgian"/>
            </a:endParaRPr>
          </a:p>
          <a:p>
            <a:pPr indent="0" lvl="0" marL="0" rtl="0" algn="l">
              <a:lnSpc>
                <a:spcPct val="100000"/>
              </a:lnSpc>
              <a:spcBef>
                <a:spcPts val="800"/>
              </a:spcBef>
              <a:spcAft>
                <a:spcPts val="800"/>
              </a:spcAft>
              <a:buSzPts val="523"/>
              <a:buNone/>
            </a:pPr>
            <a:r>
              <a:t/>
            </a:r>
            <a:endParaRPr sz="1200">
              <a:latin typeface="Noto Serif Georgian"/>
              <a:ea typeface="Noto Serif Georgian"/>
              <a:cs typeface="Noto Serif Georgian"/>
              <a:sym typeface="Noto Serif Georgian"/>
            </a:endParaRPr>
          </a:p>
        </p:txBody>
      </p:sp>
      <p:sp>
        <p:nvSpPr>
          <p:cNvPr id="1072" name="Google Shape;1072;p35"/>
          <p:cNvSpPr txBox="1"/>
          <p:nvPr>
            <p:ph idx="3" type="body"/>
          </p:nvPr>
        </p:nvSpPr>
        <p:spPr>
          <a:xfrm>
            <a:off x="4864300" y="5909350"/>
            <a:ext cx="4102200" cy="585900"/>
          </a:xfrm>
          <a:prstGeom prst="rect">
            <a:avLst/>
          </a:prstGeom>
        </p:spPr>
        <p:txBody>
          <a:bodyPr anchorCtr="0" anchor="t" bIns="0" lIns="0" spcFirstLastPara="1" rIns="360000" wrap="square" tIns="0">
            <a:noAutofit/>
          </a:bodyPr>
          <a:lstStyle/>
          <a:p>
            <a:pPr indent="0" lvl="0" marL="0" rtl="0" algn="l">
              <a:spcBef>
                <a:spcPts val="0"/>
              </a:spcBef>
              <a:spcAft>
                <a:spcPts val="0"/>
              </a:spcAft>
              <a:buNone/>
            </a:pPr>
            <a:r>
              <a:rPr b="1" lang="de-DE" sz="1200">
                <a:latin typeface="Noto Serif Georgian"/>
                <a:ea typeface="Noto Serif Georgian"/>
                <a:cs typeface="Noto Serif Georgian"/>
                <a:sym typeface="Noto Serif Georgian"/>
              </a:rPr>
              <a:t>CHUNK_SIZE = 400</a:t>
            </a:r>
            <a:endParaRPr b="1" sz="1200">
              <a:latin typeface="Noto Serif Georgian"/>
              <a:ea typeface="Noto Serif Georgian"/>
              <a:cs typeface="Noto Serif Georgian"/>
              <a:sym typeface="Noto Serif Georgian"/>
            </a:endParaRPr>
          </a:p>
          <a:p>
            <a:pPr indent="0" lvl="0" marL="0" rtl="0" algn="l">
              <a:spcBef>
                <a:spcPts val="800"/>
              </a:spcBef>
              <a:spcAft>
                <a:spcPts val="0"/>
              </a:spcAft>
              <a:buNone/>
            </a:pPr>
            <a:r>
              <a:rPr lang="de-DE" sz="1200">
                <a:latin typeface="Noto Serif Georgian"/>
                <a:ea typeface="Noto Serif Georgian"/>
                <a:cs typeface="Noto Serif Georgian"/>
                <a:sym typeface="Noto Serif Georgian"/>
              </a:rPr>
              <a:t>CHUNK_OVERLAP = 60</a:t>
            </a:r>
            <a:endParaRPr sz="1200">
              <a:latin typeface="Noto Serif Georgian"/>
              <a:ea typeface="Noto Serif Georgian"/>
              <a:cs typeface="Noto Serif Georgian"/>
              <a:sym typeface="Noto Serif Georgian"/>
            </a:endParaRPr>
          </a:p>
          <a:p>
            <a:pPr indent="0" lvl="0" marL="0" rtl="0" algn="l">
              <a:spcBef>
                <a:spcPts val="800"/>
              </a:spcBef>
              <a:spcAft>
                <a:spcPts val="800"/>
              </a:spcAft>
              <a:buNone/>
            </a:pPr>
            <a:r>
              <a:t/>
            </a:r>
            <a:endParaRPr b="1" sz="1200">
              <a:latin typeface="Noto Serif Georgian"/>
              <a:ea typeface="Noto Serif Georgian"/>
              <a:cs typeface="Noto Serif Georgian"/>
              <a:sym typeface="Noto Serif Georgian"/>
            </a:endParaRPr>
          </a:p>
        </p:txBody>
      </p:sp>
      <p:pic>
        <p:nvPicPr>
          <p:cNvPr id="1073" name="Google Shape;1073;p35"/>
          <p:cNvPicPr preferRelativeResize="0"/>
          <p:nvPr/>
        </p:nvPicPr>
        <p:blipFill rotWithShape="1">
          <a:blip r:embed="rId3">
            <a:alphaModFix/>
          </a:blip>
          <a:srcRect b="3939" l="0" r="0" t="0"/>
          <a:stretch/>
        </p:blipFill>
        <p:spPr>
          <a:xfrm>
            <a:off x="4851712" y="1469325"/>
            <a:ext cx="4154314" cy="4220750"/>
          </a:xfrm>
          <a:prstGeom prst="rect">
            <a:avLst/>
          </a:prstGeom>
          <a:noFill/>
          <a:ln>
            <a:noFill/>
          </a:ln>
        </p:spPr>
      </p:pic>
      <p:sp>
        <p:nvSpPr>
          <p:cNvPr id="1074" name="Google Shape;1074;p35"/>
          <p:cNvSpPr/>
          <p:nvPr/>
        </p:nvSpPr>
        <p:spPr>
          <a:xfrm>
            <a:off x="4572000" y="1420575"/>
            <a:ext cx="4434000" cy="50748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5" name="Google Shape;1075;p35"/>
          <p:cNvPicPr preferRelativeResize="0"/>
          <p:nvPr/>
        </p:nvPicPr>
        <p:blipFill rotWithShape="1">
          <a:blip r:embed="rId4">
            <a:alphaModFix/>
          </a:blip>
          <a:srcRect b="0" l="29800" r="5725" t="8265"/>
          <a:stretch/>
        </p:blipFill>
        <p:spPr>
          <a:xfrm>
            <a:off x="277450" y="1591800"/>
            <a:ext cx="4244700" cy="4220760"/>
          </a:xfrm>
          <a:prstGeom prst="rect">
            <a:avLst/>
          </a:prstGeom>
          <a:noFill/>
          <a:ln>
            <a:noFill/>
          </a:ln>
        </p:spPr>
      </p:pic>
      <p:sp>
        <p:nvSpPr>
          <p:cNvPr id="1076" name="Google Shape;1076;p35"/>
          <p:cNvSpPr txBox="1"/>
          <p:nvPr/>
        </p:nvSpPr>
        <p:spPr>
          <a:xfrm>
            <a:off x="4624400" y="4356775"/>
            <a:ext cx="55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a:solidFill>
                  <a:schemeClr val="dk1"/>
                </a:solidFill>
              </a:rPr>
              <a:t>✅</a:t>
            </a:r>
            <a:endParaRPr/>
          </a:p>
        </p:txBody>
      </p:sp>
      <p:sp>
        <p:nvSpPr>
          <p:cNvPr id="1077" name="Google Shape;1077;p35"/>
          <p:cNvSpPr txBox="1"/>
          <p:nvPr/>
        </p:nvSpPr>
        <p:spPr>
          <a:xfrm>
            <a:off x="4624400" y="2600325"/>
            <a:ext cx="42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a:solidFill>
                  <a:schemeClr val="dk1"/>
                </a:solidFill>
              </a:rPr>
              <a:t>✅</a:t>
            </a:r>
            <a:endParaRPr>
              <a:solidFill>
                <a:schemeClr val="dk1"/>
              </a:solidFill>
            </a:endParaRPr>
          </a:p>
        </p:txBody>
      </p:sp>
      <p:sp>
        <p:nvSpPr>
          <p:cNvPr id="1078" name="Google Shape;1078;p35"/>
          <p:cNvSpPr txBox="1"/>
          <p:nvPr/>
        </p:nvSpPr>
        <p:spPr>
          <a:xfrm>
            <a:off x="85725" y="2600325"/>
            <a:ext cx="429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DE">
                <a:solidFill>
                  <a:schemeClr val="dk1"/>
                </a:solidFill>
              </a:rPr>
              <a:t>✅</a:t>
            </a:r>
            <a:endParaRPr>
              <a:solidFill>
                <a:schemeClr val="dk1"/>
              </a:solidFill>
            </a:endParaRPr>
          </a:p>
        </p:txBody>
      </p:sp>
      <p:sp>
        <p:nvSpPr>
          <p:cNvPr id="1079" name="Google Shape;1079;p35"/>
          <p:cNvSpPr txBox="1"/>
          <p:nvPr/>
        </p:nvSpPr>
        <p:spPr>
          <a:xfrm>
            <a:off x="106875" y="4359275"/>
            <a:ext cx="38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sz="1200">
                <a:solidFill>
                  <a:schemeClr val="dk1"/>
                </a:solidFill>
              </a:rPr>
              <a:t>❌</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36"/>
          <p:cNvSpPr txBox="1"/>
          <p:nvPr>
            <p:ph idx="11" type="ftr"/>
          </p:nvPr>
        </p:nvSpPr>
        <p:spPr>
          <a:xfrm>
            <a:off x="388757" y="6634671"/>
            <a:ext cx="6715500" cy="29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Y. Herasymenko: “Local RAG Chatbot for customer service”</a:t>
            </a:r>
            <a:endParaRPr sz="1200">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085" name="Google Shape;1085;p36"/>
          <p:cNvSpPr txBox="1"/>
          <p:nvPr>
            <p:ph idx="12" type="sldNum"/>
          </p:nvPr>
        </p:nvSpPr>
        <p:spPr>
          <a:xfrm>
            <a:off x="8603158" y="6634667"/>
            <a:ext cx="1539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086" name="Google Shape;1086;p36"/>
          <p:cNvSpPr txBox="1"/>
          <p:nvPr>
            <p:ph idx="4294967295" type="body"/>
          </p:nvPr>
        </p:nvSpPr>
        <p:spPr>
          <a:xfrm>
            <a:off x="417325" y="726250"/>
            <a:ext cx="5133300" cy="292500"/>
          </a:xfrm>
          <a:prstGeom prst="rect">
            <a:avLst/>
          </a:prstGeom>
          <a:noFill/>
          <a:ln>
            <a:noFill/>
          </a:ln>
        </p:spPr>
        <p:txBody>
          <a:bodyPr anchorCtr="0" anchor="t" bIns="0" lIns="0" spcFirstLastPara="1" rIns="360000" wrap="square" tIns="0">
            <a:noAutofit/>
          </a:bodyPr>
          <a:lstStyle/>
          <a:p>
            <a:pPr indent="0" lvl="0" marL="0" rtl="0" algn="l">
              <a:spcBef>
                <a:spcPts val="0"/>
              </a:spcBef>
              <a:spcAft>
                <a:spcPts val="0"/>
              </a:spcAft>
              <a:buClr>
                <a:schemeClr val="dk1"/>
              </a:buClr>
              <a:buSzPts val="1100"/>
              <a:buFont typeface="Arial"/>
              <a:buNone/>
            </a:pPr>
            <a:r>
              <a:rPr lang="de-DE">
                <a:solidFill>
                  <a:srgbClr val="041E42"/>
                </a:solidFill>
                <a:latin typeface="Noto Serif Georgian"/>
                <a:ea typeface="Noto Serif Georgian"/>
                <a:cs typeface="Noto Serif Georgian"/>
                <a:sym typeface="Noto Serif Georgian"/>
              </a:rPr>
              <a:t>Vector Store Architecture</a:t>
            </a:r>
            <a:endParaRPr>
              <a:latin typeface="Noto Serif Georgian"/>
              <a:ea typeface="Noto Serif Georgian"/>
              <a:cs typeface="Noto Serif Georgian"/>
              <a:sym typeface="Noto Serif Georgian"/>
            </a:endParaRPr>
          </a:p>
        </p:txBody>
      </p:sp>
      <p:sp>
        <p:nvSpPr>
          <p:cNvPr id="1087" name="Google Shape;1087;p36"/>
          <p:cNvSpPr txBox="1"/>
          <p:nvPr>
            <p:ph type="title"/>
          </p:nvPr>
        </p:nvSpPr>
        <p:spPr>
          <a:xfrm>
            <a:off x="388750" y="301175"/>
            <a:ext cx="67155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0" lang="de-DE">
                <a:latin typeface="Noto Serif Georgian SemiBold"/>
                <a:ea typeface="Noto Serif Georgian SemiBold"/>
                <a:cs typeface="Noto Serif Georgian SemiBold"/>
                <a:sym typeface="Noto Serif Georgian SemiBold"/>
              </a:rPr>
              <a:t>Embedding Creation &amp; Vector Store Architecture</a:t>
            </a:r>
            <a:endParaRPr b="0">
              <a:latin typeface="Noto Serif Georgian SemiBold"/>
              <a:ea typeface="Noto Serif Georgian SemiBold"/>
              <a:cs typeface="Noto Serif Georgian SemiBold"/>
              <a:sym typeface="Noto Serif Georgian SemiBold"/>
            </a:endParaRPr>
          </a:p>
        </p:txBody>
      </p:sp>
      <p:sp>
        <p:nvSpPr>
          <p:cNvPr id="1088" name="Google Shape;1088;p36"/>
          <p:cNvSpPr txBox="1"/>
          <p:nvPr/>
        </p:nvSpPr>
        <p:spPr>
          <a:xfrm>
            <a:off x="417325" y="1373625"/>
            <a:ext cx="12300" cy="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089" name="Google Shape;1089;p36"/>
          <p:cNvSpPr txBox="1"/>
          <p:nvPr/>
        </p:nvSpPr>
        <p:spPr>
          <a:xfrm>
            <a:off x="501650" y="4786456"/>
            <a:ext cx="8079600" cy="154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DE">
                <a:solidFill>
                  <a:schemeClr val="dk1"/>
                </a:solidFill>
                <a:latin typeface="Noto Serif Georgian ExtraBold"/>
                <a:ea typeface="Noto Serif Georgian ExtraBold"/>
                <a:cs typeface="Noto Serif Georgian ExtraBold"/>
                <a:sym typeface="Noto Serif Georgian ExtraBold"/>
              </a:rPr>
              <a:t>Scalable Alternatives</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1000"/>
              </a:spcBef>
              <a:spcAft>
                <a:spcPts val="0"/>
              </a:spcAft>
              <a:buClr>
                <a:schemeClr val="dk1"/>
              </a:buClr>
              <a:buSzPts val="1400"/>
              <a:buFont typeface="Noto Serif Georgian"/>
              <a:buChar char="●"/>
            </a:pPr>
            <a:r>
              <a:rPr b="1" lang="de-DE">
                <a:solidFill>
                  <a:schemeClr val="dk1"/>
                </a:solidFill>
                <a:latin typeface="Noto Serif Georgian"/>
                <a:ea typeface="Noto Serif Georgian"/>
                <a:cs typeface="Noto Serif Georgian"/>
                <a:sym typeface="Noto Serif Georgian"/>
              </a:rPr>
              <a:t>FAISS</a:t>
            </a:r>
            <a:r>
              <a:rPr lang="de-DE">
                <a:solidFill>
                  <a:schemeClr val="dk1"/>
                </a:solidFill>
                <a:latin typeface="Noto Serif Georgian"/>
                <a:ea typeface="Noto Serif Georgian"/>
                <a:cs typeface="Noto Serif Georgian"/>
                <a:sym typeface="Noto Serif Georgian"/>
              </a:rPr>
              <a:t>: Best for maximum raw search speed due to </a:t>
            </a:r>
            <a:r>
              <a:rPr b="1" lang="de-DE">
                <a:solidFill>
                  <a:schemeClr val="dk1"/>
                </a:solidFill>
                <a:latin typeface="Noto Serif Georgian"/>
                <a:ea typeface="Noto Serif Georgian"/>
                <a:cs typeface="Noto Serif Georgian"/>
                <a:sym typeface="Noto Serif Georgian"/>
              </a:rPr>
              <a:t>GPU</a:t>
            </a:r>
            <a:r>
              <a:rPr lang="de-DE">
                <a:solidFill>
                  <a:schemeClr val="dk1"/>
                </a:solidFill>
                <a:latin typeface="Noto Serif Georgian"/>
                <a:ea typeface="Noto Serif Georgian"/>
                <a:cs typeface="Noto Serif Georgian"/>
                <a:sym typeface="Noto Serif Georgian"/>
              </a:rPr>
              <a:t> support and advanced search algorithms, e.g.,  Inverted File (</a:t>
            </a:r>
            <a:r>
              <a:rPr b="1" lang="de-DE">
                <a:solidFill>
                  <a:schemeClr val="dk1"/>
                </a:solidFill>
                <a:latin typeface="Noto Serif Georgian"/>
                <a:ea typeface="Noto Serif Georgian"/>
                <a:cs typeface="Noto Serif Georgian"/>
                <a:sym typeface="Noto Serif Georgian"/>
              </a:rPr>
              <a:t>IVF)</a:t>
            </a:r>
            <a:r>
              <a:rPr lang="de-DE">
                <a:solidFill>
                  <a:schemeClr val="dk1"/>
                </a:solidFill>
                <a:latin typeface="Noto Serif Georgian"/>
                <a:ea typeface="Noto Serif Georgian"/>
                <a:cs typeface="Noto Serif Georgian"/>
                <a:sym typeface="Noto Serif Georgian"/>
              </a:rPr>
              <a:t>.</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1000"/>
              </a:spcBef>
              <a:spcAft>
                <a:spcPts val="0"/>
              </a:spcAft>
              <a:buClr>
                <a:schemeClr val="dk1"/>
              </a:buClr>
              <a:buSzPts val="1400"/>
              <a:buFont typeface="Noto Serif Georgian"/>
              <a:buChar char="●"/>
            </a:pPr>
            <a:r>
              <a:rPr b="1" lang="de-DE">
                <a:solidFill>
                  <a:schemeClr val="dk1"/>
                </a:solidFill>
                <a:latin typeface="Noto Serif Georgian"/>
                <a:ea typeface="Noto Serif Georgian"/>
                <a:cs typeface="Noto Serif Georgian"/>
                <a:sym typeface="Noto Serif Georgian"/>
              </a:rPr>
              <a:t>Weaviate</a:t>
            </a:r>
            <a:r>
              <a:rPr lang="de-DE">
                <a:solidFill>
                  <a:schemeClr val="dk1"/>
                </a:solidFill>
                <a:latin typeface="Noto Serif Georgian"/>
                <a:ea typeface="Noto Serif Georgian"/>
                <a:cs typeface="Noto Serif Georgian"/>
                <a:sym typeface="Noto Serif Georgian"/>
              </a:rPr>
              <a:t>: Best for enterprise-grade scalability due to </a:t>
            </a:r>
            <a:r>
              <a:rPr b="1" lang="de-DE">
                <a:solidFill>
                  <a:schemeClr val="dk1"/>
                </a:solidFill>
                <a:latin typeface="Noto Serif Georgian"/>
                <a:ea typeface="Noto Serif Georgian"/>
                <a:cs typeface="Noto Serif Georgian"/>
                <a:sym typeface="Noto Serif Georgian"/>
              </a:rPr>
              <a:t>Horizontal Sharding</a:t>
            </a:r>
            <a:r>
              <a:rPr lang="de-DE">
                <a:solidFill>
                  <a:schemeClr val="dk1"/>
                </a:solidFill>
                <a:latin typeface="Noto Serif Georgian"/>
                <a:ea typeface="Noto Serif Georgian"/>
                <a:cs typeface="Noto Serif Georgian"/>
                <a:sym typeface="Noto Serif Georgian"/>
              </a:rPr>
              <a:t>,  </a:t>
            </a:r>
            <a:r>
              <a:rPr b="1" lang="de-DE">
                <a:solidFill>
                  <a:schemeClr val="dk1"/>
                </a:solidFill>
                <a:latin typeface="Noto Serif Georgian"/>
                <a:ea typeface="Noto Serif Georgian"/>
                <a:cs typeface="Noto Serif Georgian"/>
                <a:sym typeface="Noto Serif Georgian"/>
              </a:rPr>
              <a:t>Hybrid Search</a:t>
            </a:r>
            <a:r>
              <a:rPr lang="de-DE">
                <a:solidFill>
                  <a:schemeClr val="dk1"/>
                </a:solidFill>
                <a:latin typeface="Noto Serif Georgian"/>
                <a:ea typeface="Noto Serif Georgian"/>
                <a:cs typeface="Noto Serif Georgian"/>
                <a:sym typeface="Noto Serif Georgian"/>
              </a:rPr>
              <a:t> and Smart </a:t>
            </a:r>
            <a:r>
              <a:rPr b="1" lang="de-DE">
                <a:solidFill>
                  <a:schemeClr val="dk1"/>
                </a:solidFill>
                <a:latin typeface="Noto Serif Georgian"/>
                <a:ea typeface="Noto Serif Georgian"/>
                <a:cs typeface="Noto Serif Georgian"/>
                <a:sym typeface="Noto Serif Georgian"/>
              </a:rPr>
              <a:t>Filtering</a:t>
            </a:r>
            <a:r>
              <a:rPr lang="de-DE">
                <a:solidFill>
                  <a:schemeClr val="dk1"/>
                </a:solidFill>
                <a:latin typeface="Noto Serif Georgian"/>
                <a:ea typeface="Noto Serif Georgian"/>
                <a:cs typeface="Noto Serif Georgian"/>
                <a:sym typeface="Noto Serif Georgian"/>
              </a:rPr>
              <a:t> support.</a:t>
            </a:r>
            <a:endParaRPr>
              <a:solidFill>
                <a:schemeClr val="dk1"/>
              </a:solidFill>
              <a:latin typeface="Noto Serif Georgian"/>
              <a:ea typeface="Noto Serif Georgian"/>
              <a:cs typeface="Noto Serif Georgian"/>
              <a:sym typeface="Noto Serif Georgian"/>
            </a:endParaRPr>
          </a:p>
        </p:txBody>
      </p:sp>
      <p:graphicFrame>
        <p:nvGraphicFramePr>
          <p:cNvPr id="1090" name="Google Shape;1090;p36"/>
          <p:cNvGraphicFramePr/>
          <p:nvPr/>
        </p:nvGraphicFramePr>
        <p:xfrm>
          <a:off x="582313" y="1554600"/>
          <a:ext cx="3000000" cy="3000000"/>
        </p:xfrm>
        <a:graphic>
          <a:graphicData uri="http://schemas.openxmlformats.org/drawingml/2006/table">
            <a:tbl>
              <a:tblPr>
                <a:noFill/>
                <a:tableStyleId>{DF5DF987-FFA9-415C-922C-3FD824A25E45}</a:tableStyleId>
              </a:tblPr>
              <a:tblGrid>
                <a:gridCol w="1387950"/>
                <a:gridCol w="2959075"/>
                <a:gridCol w="3923175"/>
              </a:tblGrid>
              <a:tr h="348575">
                <a:tc>
                  <a:txBody>
                    <a:bodyPr/>
                    <a:lstStyle/>
                    <a:p>
                      <a:pPr indent="0" lvl="0" marL="0" rtl="0" algn="ctr">
                        <a:lnSpc>
                          <a:spcPct val="115000"/>
                        </a:lnSpc>
                        <a:spcBef>
                          <a:spcPts val="0"/>
                        </a:spcBef>
                        <a:spcAft>
                          <a:spcPts val="0"/>
                        </a:spcAft>
                        <a:buNone/>
                      </a:pPr>
                      <a:r>
                        <a:rPr b="1" lang="de-DE">
                          <a:solidFill>
                            <a:srgbClr val="FFFFFF"/>
                          </a:solidFill>
                          <a:latin typeface="Noto Serif Georgian"/>
                          <a:ea typeface="Noto Serif Georgian"/>
                          <a:cs typeface="Noto Serif Georgian"/>
                          <a:sym typeface="Noto Serif Georgian"/>
                        </a:rPr>
                        <a:t>Category</a:t>
                      </a:r>
                      <a:endParaRPr b="1">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2A5916"/>
                      </a:solidFill>
                      <a:prstDash val="solid"/>
                      <a:round/>
                      <a:headEnd len="sm" w="sm" type="none"/>
                      <a:tailEnd len="sm" w="sm" type="none"/>
                    </a:lnL>
                    <a:lnR cap="flat" cmpd="sng" w="8650">
                      <a:solidFill>
                        <a:srgbClr val="38761D"/>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2A5916"/>
                      </a:solidFill>
                      <a:prstDash val="solid"/>
                      <a:round/>
                      <a:headEnd len="sm" w="sm" type="none"/>
                      <a:tailEnd len="sm" w="sm" type="none"/>
                    </a:lnB>
                    <a:solidFill>
                      <a:srgbClr val="38761D"/>
                    </a:solidFill>
                  </a:tcPr>
                </a:tc>
                <a:tc>
                  <a:txBody>
                    <a:bodyPr/>
                    <a:lstStyle/>
                    <a:p>
                      <a:pPr indent="0" lvl="0" marL="0" rtl="0" algn="ctr">
                        <a:lnSpc>
                          <a:spcPct val="115000"/>
                        </a:lnSpc>
                        <a:spcBef>
                          <a:spcPts val="0"/>
                        </a:spcBef>
                        <a:spcAft>
                          <a:spcPts val="0"/>
                        </a:spcAft>
                        <a:buNone/>
                      </a:pPr>
                      <a:r>
                        <a:rPr b="1" lang="de-DE">
                          <a:solidFill>
                            <a:srgbClr val="FFFFFF"/>
                          </a:solidFill>
                          <a:latin typeface="Noto Serif Georgian"/>
                          <a:ea typeface="Noto Serif Georgian"/>
                          <a:cs typeface="Noto Serif Georgian"/>
                          <a:sym typeface="Noto Serif Georgian"/>
                        </a:rPr>
                        <a:t>Advantages (Pros)</a:t>
                      </a:r>
                      <a:endParaRPr b="1">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38761D"/>
                      </a:solidFill>
                      <a:prstDash val="solid"/>
                      <a:round/>
                      <a:headEnd len="sm" w="sm" type="none"/>
                      <a:tailEnd len="sm" w="sm" type="none"/>
                    </a:lnL>
                    <a:lnR cap="flat" cmpd="sng" w="8650">
                      <a:solidFill>
                        <a:srgbClr val="38761D"/>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2A5916"/>
                      </a:solidFill>
                      <a:prstDash val="solid"/>
                      <a:round/>
                      <a:headEnd len="sm" w="sm" type="none"/>
                      <a:tailEnd len="sm" w="sm" type="none"/>
                    </a:lnB>
                    <a:solidFill>
                      <a:srgbClr val="38761D"/>
                    </a:solidFill>
                  </a:tcPr>
                </a:tc>
                <a:tc>
                  <a:txBody>
                    <a:bodyPr/>
                    <a:lstStyle/>
                    <a:p>
                      <a:pPr indent="0" lvl="0" marL="0" rtl="0" algn="ctr">
                        <a:lnSpc>
                          <a:spcPct val="115000"/>
                        </a:lnSpc>
                        <a:spcBef>
                          <a:spcPts val="0"/>
                        </a:spcBef>
                        <a:spcAft>
                          <a:spcPts val="0"/>
                        </a:spcAft>
                        <a:buNone/>
                      </a:pPr>
                      <a:r>
                        <a:rPr b="1" lang="de-DE">
                          <a:solidFill>
                            <a:srgbClr val="FFFFFF"/>
                          </a:solidFill>
                          <a:latin typeface="Noto Serif Georgian"/>
                          <a:ea typeface="Noto Serif Georgian"/>
                          <a:cs typeface="Noto Serif Georgian"/>
                          <a:sym typeface="Noto Serif Georgian"/>
                        </a:rPr>
                        <a:t>Disadvantages (Cons)</a:t>
                      </a:r>
                      <a:endParaRPr b="1">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38761D"/>
                      </a:solidFill>
                      <a:prstDash val="solid"/>
                      <a:round/>
                      <a:headEnd len="sm" w="sm" type="none"/>
                      <a:tailEnd len="sm" w="sm" type="none"/>
                    </a:lnL>
                    <a:lnR cap="flat" cmpd="sng" w="8650">
                      <a:solidFill>
                        <a:srgbClr val="2A5916"/>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2A5916"/>
                      </a:solidFill>
                      <a:prstDash val="solid"/>
                      <a:round/>
                      <a:headEnd len="sm" w="sm" type="none"/>
                      <a:tailEnd len="sm" w="sm" type="none"/>
                    </a:lnB>
                    <a:solidFill>
                      <a:srgbClr val="38761D"/>
                    </a:solidFill>
                  </a:tcPr>
                </a:tc>
              </a:tr>
              <a:tr h="588950">
                <a:tc>
                  <a:txBody>
                    <a:bodyPr/>
                    <a:lstStyle/>
                    <a:p>
                      <a:pPr indent="0" lvl="0" marL="0" rtl="0" algn="ctr">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Cost &amp; Setup</a:t>
                      </a:r>
                      <a:endParaRPr b="1">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A5916"/>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de-DE">
                          <a:solidFill>
                            <a:srgbClr val="434343"/>
                          </a:solidFill>
                          <a:latin typeface="Noto Serif Georgian"/>
                          <a:ea typeface="Noto Serif Georgian"/>
                          <a:cs typeface="Noto Serif Georgian"/>
                          <a:sym typeface="Noto Serif Georgian"/>
                        </a:rPr>
                        <a:t>Free &amp; Open Source</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Single-Node Architecture:</a:t>
                      </a:r>
                      <a:endParaRPr>
                        <a:solidFill>
                          <a:srgbClr val="434343"/>
                        </a:solidFill>
                        <a:latin typeface="Noto Serif Georgian"/>
                        <a:ea typeface="Noto Serif Georgian"/>
                        <a:cs typeface="Noto Serif Georgian"/>
                        <a:sym typeface="Noto Serif Georgian"/>
                      </a:endParaRPr>
                    </a:p>
                    <a:p>
                      <a:pPr indent="0" lvl="0" marL="0" rtl="0" algn="ctr">
                        <a:lnSpc>
                          <a:spcPct val="115000"/>
                        </a:lnSpc>
                        <a:spcBef>
                          <a:spcPts val="0"/>
                        </a:spcBef>
                        <a:spcAft>
                          <a:spcPts val="0"/>
                        </a:spcAft>
                        <a:buNone/>
                      </a:pPr>
                      <a:r>
                        <a:rPr lang="de-DE">
                          <a:solidFill>
                            <a:srgbClr val="434343"/>
                          </a:solidFill>
                          <a:latin typeface="Noto Serif Georgian"/>
                          <a:ea typeface="Noto Serif Georgian"/>
                          <a:cs typeface="Noto Serif Georgian"/>
                          <a:sym typeface="Noto Serif Georgian"/>
                        </a:rPr>
                        <a:t>Difficult to scale horizontally</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2A5916"/>
                      </a:solidFill>
                      <a:prstDash val="solid"/>
                      <a:round/>
                      <a:headEnd len="sm" w="sm" type="none"/>
                      <a:tailEnd len="sm" w="sm" type="none"/>
                    </a:lnR>
                    <a:lnT cap="flat" cmpd="sng" w="8650">
                      <a:solidFill>
                        <a:srgbClr val="2A5916"/>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r>
              <a:tr h="952500">
                <a:tc>
                  <a:txBody>
                    <a:bodyPr/>
                    <a:lstStyle/>
                    <a:p>
                      <a:pPr indent="0" lvl="0" marL="0" rtl="0" algn="ctr">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Speed</a:t>
                      </a:r>
                      <a:endParaRPr b="1">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A5916"/>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de-DE">
                          <a:solidFill>
                            <a:srgbClr val="434343"/>
                          </a:solidFill>
                          <a:latin typeface="Noto Serif Georgian"/>
                          <a:ea typeface="Noto Serif Georgian"/>
                          <a:cs typeface="Noto Serif Georgian"/>
                          <a:sym typeface="Noto Serif Georgian"/>
                        </a:rPr>
                        <a:t>Fast to Prototype</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6F8F9"/>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Concurrency Bottleneck</a:t>
                      </a:r>
                      <a:r>
                        <a:rPr lang="de-DE">
                          <a:solidFill>
                            <a:srgbClr val="434343"/>
                          </a:solidFill>
                          <a:latin typeface="Noto Serif Georgian"/>
                          <a:ea typeface="Noto Serif Georgian"/>
                          <a:cs typeface="Noto Serif Georgian"/>
                          <a:sym typeface="Noto Serif Georgian"/>
                        </a:rPr>
                        <a:t>: </a:t>
                      </a:r>
                      <a:endParaRPr>
                        <a:solidFill>
                          <a:srgbClr val="434343"/>
                        </a:solidFill>
                        <a:latin typeface="Noto Serif Georgian"/>
                        <a:ea typeface="Noto Serif Georgian"/>
                        <a:cs typeface="Noto Serif Georgian"/>
                        <a:sym typeface="Noto Serif Georgian"/>
                      </a:endParaRPr>
                    </a:p>
                    <a:p>
                      <a:pPr indent="0" lvl="0" marL="0" rtl="0" algn="ctr">
                        <a:lnSpc>
                          <a:spcPct val="115000"/>
                        </a:lnSpc>
                        <a:spcBef>
                          <a:spcPts val="0"/>
                        </a:spcBef>
                        <a:spcAft>
                          <a:spcPts val="0"/>
                        </a:spcAft>
                        <a:buNone/>
                      </a:pPr>
                      <a:r>
                        <a:rPr lang="de-DE">
                          <a:solidFill>
                            <a:srgbClr val="434343"/>
                          </a:solidFill>
                          <a:latin typeface="Noto Serif Georgian"/>
                          <a:ea typeface="Noto Serif Georgian"/>
                          <a:cs typeface="Noto Serif Georgian"/>
                          <a:sym typeface="Noto Serif Georgian"/>
                        </a:rPr>
                        <a:t>High traffic causes “database is locked” errors due to the SQLite backend</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6F8F9"/>
                      </a:solidFill>
                      <a:prstDash val="solid"/>
                      <a:round/>
                      <a:headEnd len="sm" w="sm" type="none"/>
                      <a:tailEnd len="sm" w="sm" type="none"/>
                    </a:lnL>
                    <a:lnR cap="flat" cmpd="sng" w="8650">
                      <a:solidFill>
                        <a:srgbClr val="2A5916"/>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r>
              <a:tr h="995150">
                <a:tc>
                  <a:txBody>
                    <a:bodyPr/>
                    <a:lstStyle/>
                    <a:p>
                      <a:pPr indent="0" lvl="0" marL="0" rtl="0" algn="ctr">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Performance</a:t>
                      </a:r>
                      <a:endParaRPr b="1">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A5916"/>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A5916"/>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de-DE">
                          <a:solidFill>
                            <a:srgbClr val="434343"/>
                          </a:solidFill>
                          <a:latin typeface="Noto Serif Georgian"/>
                          <a:ea typeface="Noto Serif Georgian"/>
                          <a:cs typeface="Noto Serif Georgian"/>
                          <a:sym typeface="Noto Serif Georgian"/>
                        </a:rPr>
                        <a:t>Local Storage</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A5916"/>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de-DE">
                          <a:solidFill>
                            <a:srgbClr val="434343"/>
                          </a:solidFill>
                          <a:latin typeface="Noto Serif Georgian"/>
                          <a:ea typeface="Noto Serif Georgian"/>
                          <a:cs typeface="Noto Serif Georgian"/>
                          <a:sym typeface="Noto Serif Georgian"/>
                        </a:rPr>
                        <a:t>Memory Dependency</a:t>
                      </a:r>
                      <a:r>
                        <a:rPr lang="de-DE">
                          <a:solidFill>
                            <a:srgbClr val="434343"/>
                          </a:solidFill>
                          <a:latin typeface="Noto Serif Georgian"/>
                          <a:ea typeface="Noto Serif Georgian"/>
                          <a:cs typeface="Noto Serif Georgian"/>
                          <a:sym typeface="Noto Serif Georgian"/>
                        </a:rPr>
                        <a:t>: </a:t>
                      </a:r>
                      <a:endParaRPr>
                        <a:solidFill>
                          <a:srgbClr val="434343"/>
                        </a:solidFill>
                        <a:latin typeface="Noto Serif Georgian"/>
                        <a:ea typeface="Noto Serif Georgian"/>
                        <a:cs typeface="Noto Serif Georgian"/>
                        <a:sym typeface="Noto Serif Georgian"/>
                      </a:endParaRPr>
                    </a:p>
                    <a:p>
                      <a:pPr indent="0" lvl="0" marL="0" rtl="0" algn="ctr">
                        <a:lnSpc>
                          <a:spcPct val="115000"/>
                        </a:lnSpc>
                        <a:spcBef>
                          <a:spcPts val="0"/>
                        </a:spcBef>
                        <a:spcAft>
                          <a:spcPts val="0"/>
                        </a:spcAft>
                        <a:buNone/>
                      </a:pPr>
                      <a:r>
                        <a:rPr lang="de-DE">
                          <a:solidFill>
                            <a:srgbClr val="434343"/>
                          </a:solidFill>
                          <a:latin typeface="Noto Serif Georgian"/>
                          <a:ea typeface="Noto Serif Georgian"/>
                          <a:cs typeface="Noto Serif Georgian"/>
                          <a:sym typeface="Noto Serif Georgian"/>
                        </a:rPr>
                        <a:t>The entire index must fit in your system RAM (HNSW)</a:t>
                      </a:r>
                      <a:endParaRPr>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2A5916"/>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A5916"/>
                      </a:solidFill>
                      <a:prstDash val="solid"/>
                      <a:round/>
                      <a:headEnd len="sm" w="sm" type="none"/>
                      <a:tailEnd len="sm" w="sm" type="none"/>
                    </a:lnB>
                    <a:solidFill>
                      <a:srgbClr val="FFFFFF"/>
                    </a:solidFill>
                  </a:tcPr>
                </a:tc>
              </a:tr>
            </a:tbl>
          </a:graphicData>
        </a:graphic>
      </p:graphicFrame>
      <p:pic>
        <p:nvPicPr>
          <p:cNvPr id="1091" name="Google Shape;1091;p36" title="Screenshot from 2026-03-02 18-07-50.png"/>
          <p:cNvPicPr preferRelativeResize="0"/>
          <p:nvPr>
            <p:ph idx="2" type="pic"/>
          </p:nvPr>
        </p:nvPicPr>
        <p:blipFill rotWithShape="1">
          <a:blip r:embed="rId3">
            <a:alphaModFix/>
          </a:blip>
          <a:srcRect b="22777" l="0" r="0" t="32111"/>
          <a:stretch/>
        </p:blipFill>
        <p:spPr>
          <a:xfrm>
            <a:off x="2689100" y="677873"/>
            <a:ext cx="1260725" cy="277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37"/>
          <p:cNvSpPr txBox="1"/>
          <p:nvPr>
            <p:ph idx="12" type="sldNum"/>
          </p:nvPr>
        </p:nvSpPr>
        <p:spPr>
          <a:xfrm>
            <a:off x="8575907" y="6634667"/>
            <a:ext cx="181200" cy="1077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solidFill>
                  <a:schemeClr val="lt1"/>
                </a:solidFill>
              </a:rPr>
              <a:t>‹#›</a:t>
            </a:fld>
            <a:endParaRPr>
              <a:solidFill>
                <a:schemeClr val="lt1"/>
              </a:solidFill>
            </a:endParaRPr>
          </a:p>
        </p:txBody>
      </p:sp>
      <p:sp>
        <p:nvSpPr>
          <p:cNvPr id="1098" name="Google Shape;1098;p37"/>
          <p:cNvSpPr txBox="1"/>
          <p:nvPr>
            <p:ph type="title"/>
          </p:nvPr>
        </p:nvSpPr>
        <p:spPr>
          <a:xfrm>
            <a:off x="388739" y="3013502"/>
            <a:ext cx="8368200" cy="415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de-DE">
                <a:latin typeface="Noto Serif Georgian"/>
                <a:ea typeface="Noto Serif Georgian"/>
                <a:cs typeface="Noto Serif Georgian"/>
                <a:sym typeface="Noto Serif Georgian"/>
              </a:rPr>
              <a:t>Part </a:t>
            </a:r>
            <a:r>
              <a:rPr lang="de-DE">
                <a:latin typeface="Noto Serif Georgian"/>
                <a:ea typeface="Noto Serif Georgian"/>
                <a:cs typeface="Noto Serif Georgian"/>
                <a:sym typeface="Noto Serif Georgian"/>
              </a:rPr>
              <a:t>2</a:t>
            </a:r>
            <a:r>
              <a:rPr lang="de-DE">
                <a:latin typeface="Noto Serif Georgian"/>
                <a:ea typeface="Noto Serif Georgian"/>
                <a:cs typeface="Noto Serif Georgian"/>
                <a:sym typeface="Noto Serif Georgian"/>
              </a:rPr>
              <a:t>: RAG Pipeline </a:t>
            </a:r>
            <a:endParaRPr>
              <a:latin typeface="Noto Serif Georgian"/>
              <a:ea typeface="Noto Serif Georgian"/>
              <a:cs typeface="Noto Serif Georgian"/>
              <a:sym typeface="Noto Serif Georgi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38"/>
          <p:cNvSpPr txBox="1"/>
          <p:nvPr>
            <p:ph idx="12" type="sldNum"/>
          </p:nvPr>
        </p:nvSpPr>
        <p:spPr>
          <a:xfrm>
            <a:off x="8603158" y="6634667"/>
            <a:ext cx="153900" cy="1077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
        <p:nvSpPr>
          <p:cNvPr id="1105" name="Google Shape;1105;p38"/>
          <p:cNvSpPr txBox="1"/>
          <p:nvPr>
            <p:ph type="title"/>
          </p:nvPr>
        </p:nvSpPr>
        <p:spPr>
          <a:xfrm>
            <a:off x="388739" y="301186"/>
            <a:ext cx="5133300" cy="11082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0" lang="de-DE">
                <a:latin typeface="Noto Serif Georgian SemiBold"/>
                <a:ea typeface="Noto Serif Georgian SemiBold"/>
                <a:cs typeface="Noto Serif Georgian SemiBold"/>
                <a:sym typeface="Noto Serif Georgian SemiBold"/>
              </a:rPr>
              <a:t>Part 2: RAG Pipeline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Clr>
                <a:schemeClr val="dk1"/>
              </a:buClr>
              <a:buSzPts val="1100"/>
              <a:buFont typeface="Arial"/>
              <a:buNone/>
            </a:pPr>
            <a:r>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Clr>
                <a:srgbClr val="041E42"/>
              </a:buClr>
              <a:buSzPts val="2000"/>
              <a:buFont typeface="Arial"/>
              <a:buNone/>
            </a:pPr>
            <a:r>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None/>
            </a:pPr>
            <a:r>
              <a:t/>
            </a:r>
            <a:endParaRPr/>
          </a:p>
        </p:txBody>
      </p:sp>
      <p:sp>
        <p:nvSpPr>
          <p:cNvPr id="1106" name="Google Shape;1106;p38"/>
          <p:cNvSpPr/>
          <p:nvPr>
            <p:ph idx="2" type="pic"/>
          </p:nvPr>
        </p:nvSpPr>
        <p:spPr>
          <a:xfrm>
            <a:off x="6328017" y="301186"/>
            <a:ext cx="810000" cy="386400"/>
          </a:xfrm>
          <a:prstGeom prst="rect">
            <a:avLst/>
          </a:prstGeom>
        </p:spPr>
      </p:sp>
      <p:sp>
        <p:nvSpPr>
          <p:cNvPr id="1107" name="Google Shape;1107;p38"/>
          <p:cNvSpPr txBox="1"/>
          <p:nvPr>
            <p:ph idx="4" type="body"/>
          </p:nvPr>
        </p:nvSpPr>
        <p:spPr>
          <a:xfrm>
            <a:off x="388738" y="611950"/>
            <a:ext cx="5133300" cy="215400"/>
          </a:xfrm>
          <a:prstGeom prst="rect">
            <a:avLst/>
          </a:prstGeom>
        </p:spPr>
        <p:txBody>
          <a:bodyPr anchorCtr="0" anchor="t" bIns="0" lIns="0" spcFirstLastPara="1" rIns="360000" wrap="square" tIns="0">
            <a:spAutoFit/>
          </a:bodyPr>
          <a:lstStyle/>
          <a:p>
            <a:pPr indent="0" lvl="0" marL="0" rtl="0" algn="l">
              <a:spcBef>
                <a:spcPts val="0"/>
              </a:spcBef>
              <a:spcAft>
                <a:spcPts val="800"/>
              </a:spcAft>
              <a:buNone/>
            </a:pPr>
            <a:r>
              <a:rPr lang="de-DE">
                <a:latin typeface="Noto Serif Georgian"/>
                <a:ea typeface="Noto Serif Georgian"/>
                <a:cs typeface="Noto Serif Georgian"/>
                <a:sym typeface="Noto Serif Georgian"/>
              </a:rPr>
              <a:t>Overview</a:t>
            </a:r>
            <a:endParaRPr>
              <a:latin typeface="Noto Serif Georgian"/>
              <a:ea typeface="Noto Serif Georgian"/>
              <a:cs typeface="Noto Serif Georgian"/>
              <a:sym typeface="Noto Serif Georgian"/>
            </a:endParaRPr>
          </a:p>
        </p:txBody>
      </p:sp>
      <p:pic>
        <p:nvPicPr>
          <p:cNvPr id="1108" name="Google Shape;1108;p38"/>
          <p:cNvPicPr preferRelativeResize="0"/>
          <p:nvPr/>
        </p:nvPicPr>
        <p:blipFill>
          <a:blip r:embed="rId3">
            <a:alphaModFix/>
          </a:blip>
          <a:stretch>
            <a:fillRect/>
          </a:stretch>
        </p:blipFill>
        <p:spPr>
          <a:xfrm>
            <a:off x="1888799" y="1908499"/>
            <a:ext cx="5633101" cy="3592200"/>
          </a:xfrm>
          <a:prstGeom prst="rect">
            <a:avLst/>
          </a:prstGeom>
          <a:noFill/>
          <a:ln>
            <a:noFill/>
          </a:ln>
        </p:spPr>
      </p:pic>
      <p:sp>
        <p:nvSpPr>
          <p:cNvPr id="1109" name="Google Shape;1109;p38"/>
          <p:cNvSpPr txBox="1"/>
          <p:nvPr/>
        </p:nvSpPr>
        <p:spPr>
          <a:xfrm>
            <a:off x="1888800" y="5692775"/>
            <a:ext cx="5633100" cy="5079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i="1" lang="de-DE" sz="1100">
                <a:solidFill>
                  <a:schemeClr val="dk1"/>
                </a:solidFill>
                <a:latin typeface="Noto Serif Georgian"/>
                <a:ea typeface="Noto Serif Georgian"/>
                <a:cs typeface="Noto Serif Georgian"/>
                <a:sym typeface="Noto Serif Georgian"/>
              </a:rPr>
              <a:t>Figure 1:  Basic RAG Pipeline</a:t>
            </a:r>
            <a:endParaRPr i="1" sz="1100">
              <a:solidFill>
                <a:schemeClr val="dk1"/>
              </a:solidFill>
              <a:latin typeface="Noto Serif Georgian"/>
              <a:ea typeface="Noto Serif Georgian"/>
              <a:cs typeface="Noto Serif Georgian"/>
              <a:sym typeface="Noto Serif Georgian"/>
            </a:endParaRPr>
          </a:p>
          <a:p>
            <a:pPr indent="0" lvl="0" marL="0" rtl="0" algn="ctr">
              <a:spcBef>
                <a:spcPts val="1000"/>
              </a:spcBef>
              <a:spcAft>
                <a:spcPts val="0"/>
              </a:spcAft>
              <a:buClr>
                <a:schemeClr val="dk1"/>
              </a:buClr>
              <a:buSzPts val="1100"/>
              <a:buFont typeface="Arial"/>
              <a:buNone/>
            </a:pPr>
            <a:r>
              <a:t/>
            </a:r>
            <a:endParaRPr i="1" sz="1100">
              <a:solidFill>
                <a:schemeClr val="dk1"/>
              </a:solidFill>
              <a:latin typeface="Noto Serif Georgian"/>
              <a:ea typeface="Noto Serif Georgian"/>
              <a:cs typeface="Noto Serif Georgian"/>
              <a:sym typeface="Noto Serif Georgian"/>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4" name="Shape 1114"/>
        <p:cNvGrpSpPr/>
        <p:nvPr/>
      </p:nvGrpSpPr>
      <p:grpSpPr>
        <a:xfrm>
          <a:off x="0" y="0"/>
          <a:ext cx="0" cy="0"/>
          <a:chOff x="0" y="0"/>
          <a:chExt cx="0" cy="0"/>
        </a:xfrm>
      </p:grpSpPr>
      <p:sp>
        <p:nvSpPr>
          <p:cNvPr id="1115" name="Google Shape;1115;p39"/>
          <p:cNvSpPr txBox="1"/>
          <p:nvPr>
            <p:ph idx="12" type="sldNum"/>
          </p:nvPr>
        </p:nvSpPr>
        <p:spPr>
          <a:xfrm>
            <a:off x="8603158" y="6634667"/>
            <a:ext cx="153900" cy="1077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
        <p:nvSpPr>
          <p:cNvPr id="1116" name="Google Shape;1116;p39"/>
          <p:cNvSpPr txBox="1"/>
          <p:nvPr>
            <p:ph type="title"/>
          </p:nvPr>
        </p:nvSpPr>
        <p:spPr>
          <a:xfrm>
            <a:off x="388739" y="301186"/>
            <a:ext cx="51333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de-DE">
                <a:latin typeface="Noto Serif Georgian SemiBold"/>
                <a:ea typeface="Noto Serif Georgian SemiBold"/>
                <a:cs typeface="Noto Serif Georgian SemiBold"/>
                <a:sym typeface="Noto Serif Georgian SemiBold"/>
              </a:rPr>
              <a:t>Part 2: RAG Pipeline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None/>
            </a:pPr>
            <a:r>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None/>
            </a:pPr>
            <a:r>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None/>
            </a:pPr>
            <a:r>
              <a:t/>
            </a:r>
            <a:endParaRPr/>
          </a:p>
        </p:txBody>
      </p:sp>
      <p:sp>
        <p:nvSpPr>
          <p:cNvPr id="1117" name="Google Shape;1117;p39"/>
          <p:cNvSpPr/>
          <p:nvPr>
            <p:ph idx="2" type="pic"/>
          </p:nvPr>
        </p:nvSpPr>
        <p:spPr>
          <a:xfrm>
            <a:off x="6328017" y="301186"/>
            <a:ext cx="810000" cy="386400"/>
          </a:xfrm>
          <a:prstGeom prst="rect">
            <a:avLst/>
          </a:prstGeom>
        </p:spPr>
      </p:sp>
      <p:sp>
        <p:nvSpPr>
          <p:cNvPr id="1118" name="Google Shape;1118;p39"/>
          <p:cNvSpPr txBox="1"/>
          <p:nvPr>
            <p:ph idx="4" type="body"/>
          </p:nvPr>
        </p:nvSpPr>
        <p:spPr>
          <a:xfrm>
            <a:off x="388738" y="611950"/>
            <a:ext cx="5133300" cy="215400"/>
          </a:xfrm>
          <a:prstGeom prst="rect">
            <a:avLst/>
          </a:prstGeom>
        </p:spPr>
        <p:txBody>
          <a:bodyPr anchorCtr="0" anchor="t" bIns="0" lIns="0" spcFirstLastPara="1" rIns="360000" wrap="square" tIns="0">
            <a:spAutoFit/>
          </a:bodyPr>
          <a:lstStyle/>
          <a:p>
            <a:pPr indent="0" lvl="0" marL="0" rtl="0" algn="l">
              <a:spcBef>
                <a:spcPts val="0"/>
              </a:spcBef>
              <a:spcAft>
                <a:spcPts val="0"/>
              </a:spcAft>
              <a:buClr>
                <a:schemeClr val="dk1"/>
              </a:buClr>
              <a:buSzPts val="1100"/>
              <a:buFont typeface="Arial"/>
              <a:buNone/>
            </a:pPr>
            <a:r>
              <a:rPr lang="de-DE">
                <a:latin typeface="Noto Serif Georgian"/>
                <a:ea typeface="Noto Serif Georgian"/>
                <a:cs typeface="Noto Serif Georgian"/>
                <a:sym typeface="Noto Serif Georgian"/>
              </a:rPr>
              <a:t>Multi-Stage Retrieval &amp; Refinement</a:t>
            </a:r>
            <a:endParaRPr>
              <a:latin typeface="Noto Serif Georgian"/>
              <a:ea typeface="Noto Serif Georgian"/>
              <a:cs typeface="Noto Serif Georgian"/>
              <a:sym typeface="Noto Serif Georgian"/>
            </a:endParaRPr>
          </a:p>
        </p:txBody>
      </p:sp>
      <p:pic>
        <p:nvPicPr>
          <p:cNvPr id="1119" name="Google Shape;1119;p39"/>
          <p:cNvPicPr preferRelativeResize="0"/>
          <p:nvPr/>
        </p:nvPicPr>
        <p:blipFill>
          <a:blip r:embed="rId3">
            <a:alphaModFix/>
          </a:blip>
          <a:stretch>
            <a:fillRect/>
          </a:stretch>
        </p:blipFill>
        <p:spPr>
          <a:xfrm>
            <a:off x="388750" y="1409375"/>
            <a:ext cx="8571926" cy="1021450"/>
          </a:xfrm>
          <a:prstGeom prst="rect">
            <a:avLst/>
          </a:prstGeom>
          <a:noFill/>
          <a:ln>
            <a:noFill/>
          </a:ln>
        </p:spPr>
      </p:pic>
      <p:sp>
        <p:nvSpPr>
          <p:cNvPr id="1120" name="Google Shape;1120;p39"/>
          <p:cNvSpPr txBox="1"/>
          <p:nvPr/>
        </p:nvSpPr>
        <p:spPr>
          <a:xfrm>
            <a:off x="275963" y="2578875"/>
            <a:ext cx="8754000" cy="2630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000"/>
              </a:spcBef>
              <a:spcAft>
                <a:spcPts val="0"/>
              </a:spcAft>
              <a:buNone/>
            </a:pPr>
            <a:r>
              <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1000"/>
              </a:spcBef>
              <a:spcAft>
                <a:spcPts val="0"/>
              </a:spcAft>
              <a:buClr>
                <a:schemeClr val="dk1"/>
              </a:buClr>
              <a:buSzPts val="1400"/>
              <a:buFont typeface="Noto Serif Georgian"/>
              <a:buAutoNum type="arabicPeriod"/>
            </a:pPr>
            <a:r>
              <a:rPr b="1" lang="de-DE">
                <a:solidFill>
                  <a:schemeClr val="dk1"/>
                </a:solidFill>
                <a:latin typeface="Noto Serif Georgian"/>
                <a:ea typeface="Noto Serif Georgian"/>
                <a:cs typeface="Noto Serif Georgian"/>
                <a:sym typeface="Noto Serif Georgian"/>
              </a:rPr>
              <a:t>Query Expansion</a:t>
            </a:r>
            <a:r>
              <a:rPr lang="de-DE">
                <a:solidFill>
                  <a:schemeClr val="dk1"/>
                </a:solidFill>
                <a:latin typeface="Noto Serif Georgian"/>
                <a:ea typeface="Noto Serif Georgian"/>
                <a:cs typeface="Noto Serif Georgian"/>
                <a:sym typeface="Noto Serif Georgian"/>
              </a:rPr>
              <a:t> (Multi-Query): LLM generates three variations of the input to improve semantic coverage.</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1000"/>
              </a:spcBef>
              <a:spcAft>
                <a:spcPts val="0"/>
              </a:spcAft>
              <a:buClr>
                <a:schemeClr val="dk1"/>
              </a:buClr>
              <a:buSzPts val="1400"/>
              <a:buFont typeface="Noto Serif Georgian"/>
              <a:buAutoNum type="arabicPeriod"/>
            </a:pPr>
            <a:r>
              <a:rPr b="1" lang="de-DE">
                <a:solidFill>
                  <a:schemeClr val="dk1"/>
                </a:solidFill>
                <a:latin typeface="Noto Serif Georgian"/>
                <a:ea typeface="Noto Serif Georgian"/>
                <a:cs typeface="Noto Serif Georgian"/>
                <a:sym typeface="Noto Serif Georgian"/>
              </a:rPr>
              <a:t>Ensemble Retrieval</a:t>
            </a:r>
            <a:r>
              <a:rPr lang="de-DE">
                <a:solidFill>
                  <a:schemeClr val="dk1"/>
                </a:solidFill>
                <a:latin typeface="Noto Serif Georgian"/>
                <a:ea typeface="Noto Serif Georgian"/>
                <a:cs typeface="Noto Serif Georgian"/>
                <a:sym typeface="Noto Serif Georgian"/>
              </a:rPr>
              <a:t>: Parallel search across Vector (Semantic) and BM25 (Keyword) stores, merged via Reciprocal Rank Fusion (RRF).</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1000"/>
              </a:spcBef>
              <a:spcAft>
                <a:spcPts val="0"/>
              </a:spcAft>
              <a:buClr>
                <a:schemeClr val="dk1"/>
              </a:buClr>
              <a:buSzPts val="1400"/>
              <a:buFont typeface="Noto Serif Georgian"/>
              <a:buAutoNum type="arabicPeriod"/>
            </a:pPr>
            <a:r>
              <a:rPr b="1" lang="de-DE">
                <a:solidFill>
                  <a:schemeClr val="dk1"/>
                </a:solidFill>
                <a:latin typeface="Noto Serif Georgian"/>
                <a:ea typeface="Noto Serif Georgian"/>
                <a:cs typeface="Noto Serif Georgian"/>
                <a:sym typeface="Noto Serif Georgian"/>
              </a:rPr>
              <a:t>Contextual Compression</a:t>
            </a:r>
            <a:r>
              <a:rPr lang="de-DE">
                <a:solidFill>
                  <a:schemeClr val="dk1"/>
                </a:solidFill>
                <a:latin typeface="Noto Serif Georgian"/>
                <a:ea typeface="Noto Serif Georgian"/>
                <a:cs typeface="Noto Serif Georgian"/>
                <a:sym typeface="Noto Serif Georgian"/>
              </a:rPr>
              <a:t>: Post-processing to extract only the relevant snippets from the top chunks, reducing noise and token usage.</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1000"/>
              </a:spcBef>
              <a:spcAft>
                <a:spcPts val="0"/>
              </a:spcAft>
              <a:buClr>
                <a:schemeClr val="dk1"/>
              </a:buClr>
              <a:buSzPts val="1400"/>
              <a:buFont typeface="Noto Serif Georgian"/>
              <a:buAutoNum type="arabicPeriod"/>
            </a:pPr>
            <a:r>
              <a:rPr b="1" lang="de-DE">
                <a:solidFill>
                  <a:schemeClr val="dk1"/>
                </a:solidFill>
                <a:latin typeface="Noto Serif Georgian"/>
                <a:ea typeface="Noto Serif Georgian"/>
                <a:cs typeface="Noto Serif Georgian"/>
                <a:sym typeface="Noto Serif Georgian"/>
              </a:rPr>
              <a:t>Re-Ranking (Cross-Encoder)</a:t>
            </a:r>
            <a:r>
              <a:rPr lang="de-DE">
                <a:solidFill>
                  <a:schemeClr val="dk1"/>
                </a:solidFill>
                <a:latin typeface="Noto Serif Georgian"/>
                <a:ea typeface="Noto Serif Georgian"/>
                <a:cs typeface="Noto Serif Georgian"/>
                <a:sym typeface="Noto Serif Georgian"/>
              </a:rPr>
              <a:t>: High-precision scoring of query-document pairs to move the most relevant chunks to the top.</a:t>
            </a:r>
            <a:endParaRPr>
              <a:solidFill>
                <a:schemeClr val="dk1"/>
              </a:solidFill>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b="1">
              <a:solidFill>
                <a:schemeClr val="dk1"/>
              </a:solidFill>
              <a:latin typeface="Noto Serif Georgian"/>
              <a:ea typeface="Noto Serif Georgian"/>
              <a:cs typeface="Noto Serif Georgian"/>
              <a:sym typeface="Noto Serif Georgi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40"/>
          <p:cNvSpPr txBox="1"/>
          <p:nvPr>
            <p:ph idx="12" type="sldNum"/>
          </p:nvPr>
        </p:nvSpPr>
        <p:spPr>
          <a:xfrm>
            <a:off x="8603158" y="6634667"/>
            <a:ext cx="153900" cy="1077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t>‹#›</a:t>
            </a:fld>
            <a:endParaRPr/>
          </a:p>
        </p:txBody>
      </p:sp>
      <p:sp>
        <p:nvSpPr>
          <p:cNvPr id="1127" name="Google Shape;1127;p40"/>
          <p:cNvSpPr txBox="1"/>
          <p:nvPr>
            <p:ph type="title"/>
          </p:nvPr>
        </p:nvSpPr>
        <p:spPr>
          <a:xfrm>
            <a:off x="388739" y="301186"/>
            <a:ext cx="51333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de-DE">
                <a:latin typeface="Noto Serif Georgian SemiBold"/>
                <a:ea typeface="Noto Serif Georgian SemiBold"/>
                <a:cs typeface="Noto Serif Georgian SemiBold"/>
                <a:sym typeface="Noto Serif Georgian SemiBold"/>
              </a:rPr>
              <a:t>Part </a:t>
            </a:r>
            <a:r>
              <a:rPr b="0" lang="de-DE">
                <a:latin typeface="Noto Serif Georgian SemiBold"/>
                <a:ea typeface="Noto Serif Georgian SemiBold"/>
                <a:cs typeface="Noto Serif Georgian SemiBold"/>
                <a:sym typeface="Noto Serif Georgian SemiBold"/>
              </a:rPr>
              <a:t>2</a:t>
            </a:r>
            <a:r>
              <a:rPr b="0" lang="de-DE">
                <a:latin typeface="Noto Serif Georgian SemiBold"/>
                <a:ea typeface="Noto Serif Georgian SemiBold"/>
                <a:cs typeface="Noto Serif Georgian SemiBold"/>
                <a:sym typeface="Noto Serif Georgian SemiBold"/>
              </a:rPr>
              <a:t>: RAG Pipeline </a:t>
            </a:r>
            <a:endParaRPr/>
          </a:p>
        </p:txBody>
      </p:sp>
      <p:sp>
        <p:nvSpPr>
          <p:cNvPr id="1128" name="Google Shape;1128;p40"/>
          <p:cNvSpPr/>
          <p:nvPr>
            <p:ph idx="2" type="pic"/>
          </p:nvPr>
        </p:nvSpPr>
        <p:spPr>
          <a:xfrm>
            <a:off x="6328017" y="301186"/>
            <a:ext cx="810000" cy="386400"/>
          </a:xfrm>
          <a:prstGeom prst="rect">
            <a:avLst/>
          </a:prstGeom>
        </p:spPr>
      </p:sp>
      <p:sp>
        <p:nvSpPr>
          <p:cNvPr id="1129" name="Google Shape;1129;p40"/>
          <p:cNvSpPr txBox="1"/>
          <p:nvPr>
            <p:ph idx="4" type="body"/>
          </p:nvPr>
        </p:nvSpPr>
        <p:spPr>
          <a:xfrm>
            <a:off x="388738" y="611950"/>
            <a:ext cx="5133300" cy="215400"/>
          </a:xfrm>
          <a:prstGeom prst="rect">
            <a:avLst/>
          </a:prstGeom>
        </p:spPr>
        <p:txBody>
          <a:bodyPr anchorCtr="0" anchor="t" bIns="0" lIns="0" spcFirstLastPara="1" rIns="360000" wrap="square" tIns="0">
            <a:spAutoFit/>
          </a:bodyPr>
          <a:lstStyle/>
          <a:p>
            <a:pPr indent="0" lvl="0" marL="0" rtl="0" algn="l">
              <a:spcBef>
                <a:spcPts val="0"/>
              </a:spcBef>
              <a:spcAft>
                <a:spcPts val="0"/>
              </a:spcAft>
              <a:buNone/>
            </a:pPr>
            <a:r>
              <a:rPr lang="de-DE">
                <a:latin typeface="Noto Serif Georgian"/>
                <a:ea typeface="Noto Serif Georgian"/>
                <a:cs typeface="Noto Serif Georgian"/>
                <a:sym typeface="Noto Serif Georgian"/>
              </a:rPr>
              <a:t>Enhanced Retrieval Pipeline</a:t>
            </a:r>
            <a:endParaRPr>
              <a:latin typeface="Noto Serif Georgian"/>
              <a:ea typeface="Noto Serif Georgian"/>
              <a:cs typeface="Noto Serif Georgian"/>
              <a:sym typeface="Noto Serif Georgian"/>
            </a:endParaRPr>
          </a:p>
        </p:txBody>
      </p:sp>
      <p:pic>
        <p:nvPicPr>
          <p:cNvPr id="1130" name="Google Shape;1130;p40"/>
          <p:cNvPicPr preferRelativeResize="0"/>
          <p:nvPr/>
        </p:nvPicPr>
        <p:blipFill>
          <a:blip r:embed="rId3">
            <a:alphaModFix/>
          </a:blip>
          <a:stretch>
            <a:fillRect/>
          </a:stretch>
        </p:blipFill>
        <p:spPr>
          <a:xfrm>
            <a:off x="388750" y="1476050"/>
            <a:ext cx="8571926" cy="1021450"/>
          </a:xfrm>
          <a:prstGeom prst="rect">
            <a:avLst/>
          </a:prstGeom>
          <a:noFill/>
          <a:ln>
            <a:noFill/>
          </a:ln>
        </p:spPr>
      </p:pic>
      <p:graphicFrame>
        <p:nvGraphicFramePr>
          <p:cNvPr id="1131" name="Google Shape;1131;p40"/>
          <p:cNvGraphicFramePr/>
          <p:nvPr/>
        </p:nvGraphicFramePr>
        <p:xfrm>
          <a:off x="1597013" y="3019425"/>
          <a:ext cx="3000000" cy="3000000"/>
        </p:xfrm>
        <a:graphic>
          <a:graphicData uri="http://schemas.openxmlformats.org/drawingml/2006/table">
            <a:tbl>
              <a:tblPr>
                <a:noFill/>
                <a:tableStyleId>{DF5DF987-FFA9-415C-922C-3FD824A25E45}</a:tableStyleId>
              </a:tblPr>
              <a:tblGrid>
                <a:gridCol w="2248650"/>
                <a:gridCol w="4587300"/>
              </a:tblGrid>
              <a:tr h="363475">
                <a:tc>
                  <a:txBody>
                    <a:bodyPr/>
                    <a:lstStyle/>
                    <a:p>
                      <a:pPr indent="0" lvl="0" marL="0" rtl="0" algn="ctr">
                        <a:lnSpc>
                          <a:spcPct val="115000"/>
                        </a:lnSpc>
                        <a:spcBef>
                          <a:spcPts val="0"/>
                        </a:spcBef>
                        <a:spcAft>
                          <a:spcPts val="0"/>
                        </a:spcAft>
                        <a:buNone/>
                      </a:pPr>
                      <a:r>
                        <a:rPr b="1" lang="de-DE" sz="1300">
                          <a:latin typeface="Noto Serif Georgian"/>
                          <a:ea typeface="Noto Serif Georgian"/>
                          <a:cs typeface="Noto Serif Georgian"/>
                          <a:sym typeface="Noto Serif Georgian"/>
                        </a:rPr>
                        <a:t>Technique</a:t>
                      </a:r>
                      <a:endParaRPr b="1" sz="1300">
                        <a:latin typeface="Noto Serif Georgian"/>
                        <a:ea typeface="Noto Serif Georgian"/>
                        <a:cs typeface="Noto Serif Georgian"/>
                        <a:sym typeface="Noto Serif Georgian"/>
                      </a:endParaRPr>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b="1" lang="de-DE" sz="1300">
                          <a:latin typeface="Noto Serif Georgian"/>
                          <a:ea typeface="Noto Serif Georgian"/>
                          <a:cs typeface="Noto Serif Georgian"/>
                          <a:sym typeface="Noto Serif Georgian"/>
                        </a:rPr>
                        <a:t>What it fixes</a:t>
                      </a:r>
                      <a:endParaRPr b="1" sz="1300">
                        <a:latin typeface="Noto Serif Georgian"/>
                        <a:ea typeface="Noto Serif Georgian"/>
                        <a:cs typeface="Noto Serif Georgian"/>
                        <a:sym typeface="Noto Serif Georgian"/>
                      </a:endParaRPr>
                    </a:p>
                  </a:txBody>
                  <a:tcPr marT="91425" marB="91425" marR="91425" marL="91425">
                    <a:solidFill>
                      <a:srgbClr val="D9EAD3"/>
                    </a:solidFill>
                  </a:tcPr>
                </a:tc>
              </a:tr>
              <a:tr h="586000">
                <a:tc>
                  <a:txBody>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BM25 (keyword)</a:t>
                      </a:r>
                      <a:endParaRPr sz="1200">
                        <a:latin typeface="Noto Serif Georgian"/>
                        <a:ea typeface="Noto Serif Georgian"/>
                        <a:cs typeface="Noto Serif Georgian"/>
                        <a:sym typeface="Noto Serif Georgian"/>
                      </a:endParaRPr>
                    </a:p>
                  </a:txBody>
                  <a:tcPr marT="91425" marB="91425" marR="91425" marL="91425"/>
                </a:tc>
                <a:tc>
                  <a:txBody>
                    <a:bodyPr/>
                    <a:lstStyle/>
                    <a:p>
                      <a:pPr indent="0" lvl="0" marL="0" rtl="0" algn="ctr">
                        <a:spcBef>
                          <a:spcPts val="0"/>
                        </a:spcBef>
                        <a:spcAft>
                          <a:spcPts val="0"/>
                        </a:spcAft>
                        <a:buNone/>
                      </a:pPr>
                      <a:r>
                        <a:rPr lang="de-DE" sz="1100">
                          <a:latin typeface="Noto Serif Georgian"/>
                          <a:ea typeface="Noto Serif Georgian"/>
                          <a:cs typeface="Noto Serif Georgian"/>
                          <a:sym typeface="Noto Serif Georgian"/>
                        </a:rPr>
                        <a:t>E</a:t>
                      </a:r>
                      <a:r>
                        <a:rPr lang="de-DE" sz="1100">
                          <a:latin typeface="Noto Serif Georgian"/>
                          <a:ea typeface="Noto Serif Georgian"/>
                          <a:cs typeface="Noto Serif Georgian"/>
                          <a:sym typeface="Noto Serif Georgian"/>
                        </a:rPr>
                        <a:t>mbeddings miss exact keyword matches (model names)</a:t>
                      </a:r>
                      <a:endParaRPr sz="1100">
                        <a:latin typeface="Noto Serif Georgian"/>
                        <a:ea typeface="Noto Serif Georgian"/>
                        <a:cs typeface="Noto Serif Georgian"/>
                        <a:sym typeface="Noto Serif Georgian"/>
                      </a:endParaRPr>
                    </a:p>
                  </a:txBody>
                  <a:tcPr marT="91425" marB="91425" marR="91425" marL="91425"/>
                </a:tc>
              </a:tr>
              <a:tr h="605050">
                <a:tc>
                  <a:txBody>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EnsembleRetriever</a:t>
                      </a:r>
                      <a:endParaRPr sz="1200">
                        <a:latin typeface="Noto Serif Georgian"/>
                        <a:ea typeface="Noto Serif Georgian"/>
                        <a:cs typeface="Noto Serif Georgian"/>
                        <a:sym typeface="Noto Serif Georgian"/>
                      </a:endParaRPr>
                    </a:p>
                  </a:txBody>
                  <a:tcPr marT="91425" marB="91425" marR="91425" marL="91425"/>
                </a:tc>
                <a:tc>
                  <a:txBody>
                    <a:bodyPr/>
                    <a:lstStyle/>
                    <a:p>
                      <a:pPr indent="0" lvl="0" marL="0" rtl="0" algn="ctr">
                        <a:spcBef>
                          <a:spcPts val="0"/>
                        </a:spcBef>
                        <a:spcAft>
                          <a:spcPts val="0"/>
                        </a:spcAft>
                        <a:buNone/>
                      </a:pPr>
                      <a:r>
                        <a:rPr lang="de-DE" sz="1100">
                          <a:latin typeface="Noto Serif Georgian"/>
                          <a:ea typeface="Noto Serif Georgian"/>
                          <a:cs typeface="Noto Serif Georgian"/>
                          <a:sym typeface="Noto Serif Georgian"/>
                        </a:rPr>
                        <a:t>Fuses keyword and semantic search chunks </a:t>
                      </a:r>
                      <a:endParaRPr sz="1100">
                        <a:latin typeface="Noto Serif Georgian"/>
                        <a:ea typeface="Noto Serif Georgian"/>
                        <a:cs typeface="Noto Serif Georgian"/>
                        <a:sym typeface="Noto Serif Georgian"/>
                      </a:endParaRPr>
                    </a:p>
                    <a:p>
                      <a:pPr indent="0" lvl="0" marL="0" rtl="0" algn="ctr">
                        <a:spcBef>
                          <a:spcPts val="0"/>
                        </a:spcBef>
                        <a:spcAft>
                          <a:spcPts val="0"/>
                        </a:spcAft>
                        <a:buNone/>
                      </a:pPr>
                      <a:r>
                        <a:rPr lang="de-DE" sz="1100">
                          <a:latin typeface="Noto Serif Georgian"/>
                          <a:ea typeface="Noto Serif Georgian"/>
                          <a:cs typeface="Noto Serif Georgian"/>
                          <a:sym typeface="Noto Serif Georgian"/>
                        </a:rPr>
                        <a:t>via Reciprocal Rank Fusion</a:t>
                      </a:r>
                      <a:endParaRPr sz="1100">
                        <a:latin typeface="Noto Serif Georgian"/>
                        <a:ea typeface="Noto Serif Georgian"/>
                        <a:cs typeface="Noto Serif Georgian"/>
                        <a:sym typeface="Noto Serif Georgian"/>
                      </a:endParaRPr>
                    </a:p>
                  </a:txBody>
                  <a:tcPr marT="91425" marB="91425" marR="91425" marL="91425"/>
                </a:tc>
              </a:tr>
              <a:tr h="586000">
                <a:tc>
                  <a:txBody>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MultiQueryRetriever</a:t>
                      </a:r>
                      <a:endParaRPr sz="1200">
                        <a:latin typeface="Noto Serif Georgian"/>
                        <a:ea typeface="Noto Serif Georgian"/>
                        <a:cs typeface="Noto Serif Georgian"/>
                        <a:sym typeface="Noto Serif Georgian"/>
                      </a:endParaRPr>
                    </a:p>
                  </a:txBody>
                  <a:tcPr marT="91425" marB="91425" marR="91425" marL="91425"/>
                </a:tc>
                <a:tc>
                  <a:txBody>
                    <a:bodyPr/>
                    <a:lstStyle/>
                    <a:p>
                      <a:pPr indent="0" lvl="0" marL="0" rtl="0" algn="ctr">
                        <a:spcBef>
                          <a:spcPts val="0"/>
                        </a:spcBef>
                        <a:spcAft>
                          <a:spcPts val="0"/>
                        </a:spcAft>
                        <a:buNone/>
                      </a:pPr>
                      <a:r>
                        <a:rPr lang="de-DE" sz="1100">
                          <a:latin typeface="Noto Serif Georgian"/>
                          <a:ea typeface="Noto Serif Georgian"/>
                          <a:cs typeface="Noto Serif Georgian"/>
                          <a:sym typeface="Noto Serif Georgian"/>
                        </a:rPr>
                        <a:t>Rephrase</a:t>
                      </a:r>
                      <a:r>
                        <a:rPr lang="de-DE" sz="1100">
                          <a:latin typeface="Noto Serif Georgian"/>
                          <a:ea typeface="Noto Serif Georgian"/>
                          <a:cs typeface="Noto Serif Georgian"/>
                          <a:sym typeface="Noto Serif Georgian"/>
                        </a:rPr>
                        <a:t> the question 3 times</a:t>
                      </a:r>
                      <a:endParaRPr sz="1100">
                        <a:latin typeface="Noto Serif Georgian"/>
                        <a:ea typeface="Noto Serif Georgian"/>
                        <a:cs typeface="Noto Serif Georgian"/>
                        <a:sym typeface="Noto Serif Georgian"/>
                      </a:endParaRPr>
                    </a:p>
                  </a:txBody>
                  <a:tcPr marT="91425" marB="91425" marR="91425" marL="91425"/>
                </a:tc>
              </a:tr>
              <a:tr h="586000">
                <a:tc>
                  <a:txBody>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Contextual Compression + Reranker</a:t>
                      </a:r>
                      <a:endParaRPr sz="1200">
                        <a:latin typeface="Noto Serif Georgian"/>
                        <a:ea typeface="Noto Serif Georgian"/>
                        <a:cs typeface="Noto Serif Georgian"/>
                        <a:sym typeface="Noto Serif Georgian"/>
                      </a:endParaRPr>
                    </a:p>
                  </a:txBody>
                  <a:tcPr marT="91425" marB="91425" marR="91425" marL="91425"/>
                </a:tc>
                <a:tc>
                  <a:txBody>
                    <a:bodyPr/>
                    <a:lstStyle/>
                    <a:p>
                      <a:pPr indent="0" lvl="0" marL="0" rtl="0" algn="ctr">
                        <a:spcBef>
                          <a:spcPts val="0"/>
                        </a:spcBef>
                        <a:spcAft>
                          <a:spcPts val="0"/>
                        </a:spcAft>
                        <a:buNone/>
                      </a:pPr>
                      <a:r>
                        <a:rPr lang="de-DE" sz="1100">
                          <a:latin typeface="Noto Serif Georgian"/>
                          <a:ea typeface="Noto Serif Georgian"/>
                          <a:cs typeface="Noto Serif Georgian"/>
                          <a:sym typeface="Noto Serif Georgian"/>
                        </a:rPr>
                        <a:t>Filter</a:t>
                      </a:r>
                      <a:r>
                        <a:rPr lang="de-DE" sz="1100">
                          <a:latin typeface="Noto Serif Georgian"/>
                          <a:ea typeface="Noto Serif Georgian"/>
                          <a:cs typeface="Noto Serif Georgian"/>
                          <a:sym typeface="Noto Serif Georgian"/>
                        </a:rPr>
                        <a:t> irrelevant sentences from retrieved chunks</a:t>
                      </a:r>
                      <a:endParaRPr sz="1100">
                        <a:latin typeface="Noto Serif Georgian"/>
                        <a:ea typeface="Noto Serif Georgian"/>
                        <a:cs typeface="Noto Serif Georgian"/>
                        <a:sym typeface="Noto Serif Georgian"/>
                      </a:endParaRPr>
                    </a:p>
                    <a:p>
                      <a:pPr indent="0" lvl="0" marL="0" rtl="0" algn="ctr">
                        <a:spcBef>
                          <a:spcPts val="0"/>
                        </a:spcBef>
                        <a:spcAft>
                          <a:spcPts val="0"/>
                        </a:spcAft>
                        <a:buNone/>
                      </a:pPr>
                      <a:r>
                        <a:rPr lang="de-DE" sz="1100">
                          <a:latin typeface="Noto Serif Georgian"/>
                          <a:ea typeface="Noto Serif Georgian"/>
                          <a:cs typeface="Noto Serif Georgian"/>
                          <a:sym typeface="Noto Serif Georgian"/>
                        </a:rPr>
                        <a:t> before sending to LLM</a:t>
                      </a:r>
                      <a:endParaRPr sz="1100">
                        <a:latin typeface="Noto Serif Georgian"/>
                        <a:ea typeface="Noto Serif Georgian"/>
                        <a:cs typeface="Noto Serif Georgian"/>
                        <a:sym typeface="Noto Serif Georgian"/>
                      </a:endParaRPr>
                    </a:p>
                  </a:txBody>
                  <a:tcPr marT="91425" marB="91425" marR="91425" marL="91425"/>
                </a:tc>
              </a:tr>
            </a:tbl>
          </a:graphicData>
        </a:graphic>
      </p:graphicFrame>
      <p:sp>
        <p:nvSpPr>
          <p:cNvPr id="1132" name="Google Shape;1132;p40"/>
          <p:cNvSpPr txBox="1"/>
          <p:nvPr/>
        </p:nvSpPr>
        <p:spPr>
          <a:xfrm>
            <a:off x="1285550" y="5851075"/>
            <a:ext cx="7458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de-DE" sz="1100">
                <a:solidFill>
                  <a:schemeClr val="dk1"/>
                </a:solidFill>
                <a:latin typeface="Noto Serif Georgian"/>
                <a:ea typeface="Noto Serif Georgian"/>
                <a:cs typeface="Noto Serif Georgian"/>
                <a:sym typeface="Noto Serif Georgian"/>
              </a:rPr>
              <a:t>Table 1: Overview of the Retrieval Stage and implemented techniques being used.</a:t>
            </a:r>
            <a:endParaRPr i="1" sz="1100">
              <a:solidFill>
                <a:schemeClr val="dk1"/>
              </a:solidFill>
              <a:latin typeface="Noto Serif Georgian"/>
              <a:ea typeface="Noto Serif Georgian"/>
              <a:cs typeface="Noto Serif Georgian"/>
              <a:sym typeface="Noto Serif Georgi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41"/>
          <p:cNvSpPr txBox="1"/>
          <p:nvPr>
            <p:ph idx="11" type="ftr"/>
          </p:nvPr>
        </p:nvSpPr>
        <p:spPr>
          <a:xfrm>
            <a:off x="388757" y="6634671"/>
            <a:ext cx="6715500" cy="29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Y. Herasymenko: “Local RAG Chatbot for customer service”</a:t>
            </a:r>
            <a:endParaRPr sz="1200">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138" name="Google Shape;1138;p41"/>
          <p:cNvSpPr txBox="1"/>
          <p:nvPr>
            <p:ph idx="12" type="sldNum"/>
          </p:nvPr>
        </p:nvSpPr>
        <p:spPr>
          <a:xfrm>
            <a:off x="8603158" y="6634667"/>
            <a:ext cx="1539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139" name="Google Shape;1139;p41"/>
          <p:cNvSpPr txBox="1"/>
          <p:nvPr>
            <p:ph idx="4294967295" type="body"/>
          </p:nvPr>
        </p:nvSpPr>
        <p:spPr>
          <a:xfrm>
            <a:off x="417325" y="726250"/>
            <a:ext cx="5133300" cy="292500"/>
          </a:xfrm>
          <a:prstGeom prst="rect">
            <a:avLst/>
          </a:prstGeom>
          <a:noFill/>
          <a:ln>
            <a:noFill/>
          </a:ln>
        </p:spPr>
        <p:txBody>
          <a:bodyPr anchorCtr="0" anchor="t" bIns="0" lIns="0" spcFirstLastPara="1" rIns="360000" wrap="square" tIns="0">
            <a:noAutofit/>
          </a:bodyPr>
          <a:lstStyle/>
          <a:p>
            <a:pPr indent="0" lvl="0" marL="0" rtl="0" algn="l">
              <a:lnSpc>
                <a:spcPct val="150000"/>
              </a:lnSpc>
              <a:spcBef>
                <a:spcPts val="0"/>
              </a:spcBef>
              <a:spcAft>
                <a:spcPts val="1000"/>
              </a:spcAft>
              <a:buNone/>
            </a:pPr>
            <a:r>
              <a:rPr lang="de-DE">
                <a:latin typeface="Noto Serif Georgian"/>
                <a:ea typeface="Noto Serif Georgian"/>
                <a:cs typeface="Noto Serif Georgian"/>
                <a:sym typeface="Noto Serif Georgian"/>
              </a:rPr>
              <a:t>Response Generation</a:t>
            </a:r>
            <a:endParaRPr/>
          </a:p>
        </p:txBody>
      </p:sp>
      <p:sp>
        <p:nvSpPr>
          <p:cNvPr id="1140" name="Google Shape;1140;p41"/>
          <p:cNvSpPr txBox="1"/>
          <p:nvPr>
            <p:ph type="title"/>
          </p:nvPr>
        </p:nvSpPr>
        <p:spPr>
          <a:xfrm>
            <a:off x="388750" y="301178"/>
            <a:ext cx="51333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0" lang="de-DE">
                <a:latin typeface="Noto Serif Georgian SemiBold"/>
                <a:ea typeface="Noto Serif Georgian SemiBold"/>
                <a:cs typeface="Noto Serif Georgian SemiBold"/>
                <a:sym typeface="Noto Serif Georgian SemiBold"/>
              </a:rPr>
              <a:t>Part </a:t>
            </a:r>
            <a:r>
              <a:rPr b="0" lang="de-DE">
                <a:latin typeface="Noto Serif Georgian SemiBold"/>
                <a:ea typeface="Noto Serif Georgian SemiBold"/>
                <a:cs typeface="Noto Serif Georgian SemiBold"/>
                <a:sym typeface="Noto Serif Georgian SemiBold"/>
              </a:rPr>
              <a:t>2</a:t>
            </a:r>
            <a:r>
              <a:rPr b="0" lang="de-DE">
                <a:latin typeface="Noto Serif Georgian SemiBold"/>
                <a:ea typeface="Noto Serif Georgian SemiBold"/>
                <a:cs typeface="Noto Serif Georgian SemiBold"/>
                <a:sym typeface="Noto Serif Georgian SemiBold"/>
              </a:rPr>
              <a:t>: RAG Pipeline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Clr>
                <a:schemeClr val="dk1"/>
              </a:buClr>
              <a:buSzPts val="1100"/>
              <a:buFont typeface="Arial"/>
              <a:buNone/>
            </a:pPr>
            <a:r>
              <a:t/>
            </a:r>
            <a:endParaRPr b="0">
              <a:latin typeface="Noto Serif Georgian SemiBold"/>
              <a:ea typeface="Noto Serif Georgian SemiBold"/>
              <a:cs typeface="Noto Serif Georgian SemiBold"/>
              <a:sym typeface="Noto Serif Georgian SemiBold"/>
            </a:endParaRPr>
          </a:p>
          <a:p>
            <a:pPr indent="0" lvl="0" marL="0" rtl="0" algn="l">
              <a:lnSpc>
                <a:spcPct val="90000"/>
              </a:lnSpc>
              <a:spcBef>
                <a:spcPts val="0"/>
              </a:spcBef>
              <a:spcAft>
                <a:spcPts val="0"/>
              </a:spcAft>
              <a:buClr>
                <a:srgbClr val="041E42"/>
              </a:buClr>
              <a:buSzPts val="2000"/>
              <a:buFont typeface="Arial"/>
              <a:buNone/>
            </a:pPr>
            <a:r>
              <a:t/>
            </a:r>
            <a:endParaRPr b="0">
              <a:latin typeface="Noto Serif Georgian SemiBold"/>
              <a:ea typeface="Noto Serif Georgian SemiBold"/>
              <a:cs typeface="Noto Serif Georgian SemiBold"/>
              <a:sym typeface="Noto Serif Georgian SemiBold"/>
            </a:endParaRPr>
          </a:p>
        </p:txBody>
      </p:sp>
      <p:sp>
        <p:nvSpPr>
          <p:cNvPr id="1141" name="Google Shape;1141;p41"/>
          <p:cNvSpPr txBox="1"/>
          <p:nvPr/>
        </p:nvSpPr>
        <p:spPr>
          <a:xfrm>
            <a:off x="962502" y="1373625"/>
            <a:ext cx="11400" cy="8700"/>
          </a:xfrm>
          <a:prstGeom prst="rect">
            <a:avLst/>
          </a:prstGeom>
          <a:noFill/>
          <a:ln>
            <a:noFill/>
          </a:ln>
        </p:spPr>
        <p:txBody>
          <a:bodyPr anchorCtr="0" anchor="t" bIns="85700" lIns="85700" spcFirstLastPara="1" rIns="85700" wrap="square" tIns="85700">
            <a:noAutofit/>
          </a:bodyPr>
          <a:lstStyle/>
          <a:p>
            <a:pPr indent="0" lvl="0" marL="0" rtl="0" algn="l">
              <a:spcBef>
                <a:spcPts val="0"/>
              </a:spcBef>
              <a:spcAft>
                <a:spcPts val="0"/>
              </a:spcAft>
              <a:buNone/>
            </a:pPr>
            <a:r>
              <a:t/>
            </a:r>
            <a:endParaRPr sz="1312">
              <a:solidFill>
                <a:schemeClr val="dk1"/>
              </a:solidFill>
            </a:endParaRPr>
          </a:p>
        </p:txBody>
      </p:sp>
      <p:sp>
        <p:nvSpPr>
          <p:cNvPr id="1142" name="Google Shape;1142;p41"/>
          <p:cNvSpPr txBox="1"/>
          <p:nvPr/>
        </p:nvSpPr>
        <p:spPr>
          <a:xfrm>
            <a:off x="934400" y="1382043"/>
            <a:ext cx="7574700" cy="3041100"/>
          </a:xfrm>
          <a:prstGeom prst="rect">
            <a:avLst/>
          </a:prstGeom>
          <a:noFill/>
          <a:ln>
            <a:noFill/>
          </a:ln>
        </p:spPr>
        <p:txBody>
          <a:bodyPr anchorCtr="0" anchor="t" bIns="85700" lIns="85700" spcFirstLastPara="1" rIns="85700" wrap="square" tIns="85700">
            <a:noAutofit/>
          </a:bodyPr>
          <a:lstStyle/>
          <a:p>
            <a:pPr indent="0" lvl="0" marL="428637" rtl="0" algn="l">
              <a:lnSpc>
                <a:spcPct val="115000"/>
              </a:lnSpc>
              <a:spcBef>
                <a:spcPts val="938"/>
              </a:spcBef>
              <a:spcAft>
                <a:spcPts val="0"/>
              </a:spcAft>
              <a:buNone/>
            </a:pPr>
            <a:r>
              <a:t/>
            </a:r>
            <a:endParaRPr sz="1312">
              <a:solidFill>
                <a:schemeClr val="dk1"/>
              </a:solidFill>
              <a:latin typeface="Noto Serif Georgian"/>
              <a:ea typeface="Noto Serif Georgian"/>
              <a:cs typeface="Noto Serif Georgian"/>
              <a:sym typeface="Noto Serif Georgian"/>
            </a:endParaRPr>
          </a:p>
        </p:txBody>
      </p:sp>
      <p:pic>
        <p:nvPicPr>
          <p:cNvPr id="1143" name="Google Shape;1143;p41"/>
          <p:cNvPicPr preferRelativeResize="0"/>
          <p:nvPr/>
        </p:nvPicPr>
        <p:blipFill rotWithShape="1">
          <a:blip r:embed="rId3">
            <a:alphaModFix/>
          </a:blip>
          <a:srcRect b="0" l="0" r="0" t="2200"/>
          <a:stretch/>
        </p:blipFill>
        <p:spPr>
          <a:xfrm>
            <a:off x="962502" y="1441971"/>
            <a:ext cx="8181499" cy="3041129"/>
          </a:xfrm>
          <a:prstGeom prst="rect">
            <a:avLst/>
          </a:prstGeom>
          <a:noFill/>
          <a:ln>
            <a:noFill/>
          </a:ln>
        </p:spPr>
      </p:pic>
      <p:sp>
        <p:nvSpPr>
          <p:cNvPr id="1144" name="Google Shape;1144;p41"/>
          <p:cNvSpPr txBox="1"/>
          <p:nvPr/>
        </p:nvSpPr>
        <p:spPr>
          <a:xfrm>
            <a:off x="67625" y="4799000"/>
            <a:ext cx="9077700" cy="151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de-DE">
                <a:solidFill>
                  <a:schemeClr val="dk1"/>
                </a:solidFill>
                <a:latin typeface="Noto Serif Georgian"/>
                <a:ea typeface="Noto Serif Georgian"/>
                <a:cs typeface="Noto Serif Georgian"/>
                <a:sym typeface="Noto Serif Georgian"/>
              </a:rPr>
              <a:t>System Prompt:</a:t>
            </a:r>
            <a:endParaRPr b="1">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1000"/>
              </a:spcBef>
              <a:spcAft>
                <a:spcPts val="0"/>
              </a:spcAft>
              <a:buClr>
                <a:srgbClr val="0000FF"/>
              </a:buClr>
              <a:buSzPts val="1400"/>
              <a:buFont typeface="Noto Serif Georgian"/>
              <a:buChar char="●"/>
            </a:pPr>
            <a:r>
              <a:rPr b="1" lang="de-DE">
                <a:solidFill>
                  <a:schemeClr val="dk1"/>
                </a:solidFill>
                <a:latin typeface="Noto Serif Georgian"/>
                <a:ea typeface="Noto Serif Georgian"/>
                <a:cs typeface="Noto Serif Georgian"/>
                <a:sym typeface="Noto Serif Georgian"/>
              </a:rPr>
              <a:t>Safe Fallback: </a:t>
            </a:r>
            <a:r>
              <a:rPr lang="de-DE">
                <a:solidFill>
                  <a:schemeClr val="dk1"/>
                </a:solidFill>
                <a:latin typeface="Noto Serif Georgian"/>
                <a:ea typeface="Noto Serif Georgian"/>
                <a:cs typeface="Noto Serif Georgian"/>
                <a:sym typeface="Noto Serif Georgian"/>
              </a:rPr>
              <a:t>Ensures the LLM does not hallucinate answers.</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0"/>
              </a:spcBef>
              <a:spcAft>
                <a:spcPts val="0"/>
              </a:spcAft>
              <a:buClr>
                <a:srgbClr val="00FF00"/>
              </a:buClr>
              <a:buSzPts val="1400"/>
              <a:buFont typeface="Noto Serif Georgian"/>
              <a:buChar char="●"/>
            </a:pPr>
            <a:r>
              <a:rPr b="1" lang="de-DE">
                <a:solidFill>
                  <a:schemeClr val="dk1"/>
                </a:solidFill>
                <a:latin typeface="Noto Serif Georgian"/>
                <a:ea typeface="Noto Serif Georgian"/>
                <a:cs typeface="Noto Serif Georgian"/>
                <a:sym typeface="Noto Serif Georgian"/>
              </a:rPr>
              <a:t>Authentic Contact Info:</a:t>
            </a:r>
            <a:r>
              <a:rPr lang="de-DE">
                <a:solidFill>
                  <a:schemeClr val="dk1"/>
                </a:solidFill>
                <a:latin typeface="Noto Serif Georgian"/>
                <a:ea typeface="Noto Serif Georgian"/>
                <a:cs typeface="Noto Serif Georgian"/>
                <a:sym typeface="Noto Serif Georgian"/>
              </a:rPr>
              <a:t> Provides the official email and customer service phone number of </a:t>
            </a:r>
            <a:r>
              <a:rPr b="1" lang="de-DE">
                <a:solidFill>
                  <a:schemeClr val="dk1"/>
                </a:solidFill>
                <a:latin typeface="Noto Serif Georgian"/>
                <a:ea typeface="Noto Serif Georgian"/>
                <a:cs typeface="Noto Serif Georgian"/>
                <a:sym typeface="Noto Serif Georgian"/>
              </a:rPr>
              <a:t>BMW</a:t>
            </a:r>
            <a:r>
              <a:rPr lang="de-DE">
                <a:solidFill>
                  <a:schemeClr val="dk1"/>
                </a:solidFill>
                <a:latin typeface="Noto Serif Georgian"/>
                <a:ea typeface="Noto Serif Georgian"/>
                <a:cs typeface="Noto Serif Georgian"/>
                <a:sym typeface="Noto Serif Georgian"/>
              </a:rPr>
              <a:t>.</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0"/>
              </a:spcBef>
              <a:spcAft>
                <a:spcPts val="0"/>
              </a:spcAft>
              <a:buClr>
                <a:srgbClr val="FF00FF"/>
              </a:buClr>
              <a:buSzPts val="1400"/>
              <a:buFont typeface="Noto Serif Georgian"/>
              <a:buChar char="●"/>
            </a:pPr>
            <a:r>
              <a:rPr b="1" lang="de-DE">
                <a:solidFill>
                  <a:schemeClr val="dk1"/>
                </a:solidFill>
                <a:latin typeface="Noto Serif Georgian"/>
                <a:ea typeface="Noto Serif Georgian"/>
                <a:cs typeface="Noto Serif Georgian"/>
                <a:sym typeface="Noto Serif Georgian"/>
              </a:rPr>
              <a:t>Source Attachment: </a:t>
            </a:r>
            <a:r>
              <a:rPr lang="de-DE">
                <a:solidFill>
                  <a:schemeClr val="dk1"/>
                </a:solidFill>
                <a:latin typeface="Noto Serif Georgian"/>
                <a:ea typeface="Noto Serif Georgian"/>
                <a:cs typeface="Noto Serif Georgian"/>
                <a:sym typeface="Noto Serif Georgian"/>
              </a:rPr>
              <a:t>Attaches the document(s) used by the model.</a:t>
            </a:r>
            <a:endParaRPr>
              <a:solidFill>
                <a:schemeClr val="dk1"/>
              </a:solidFill>
              <a:latin typeface="Noto Serif Georgian"/>
              <a:ea typeface="Noto Serif Georgian"/>
              <a:cs typeface="Noto Serif Georgian"/>
              <a:sym typeface="Noto Serif Georgian"/>
            </a:endParaRPr>
          </a:p>
          <a:p>
            <a:pPr indent="-317500" lvl="0" marL="457200" rtl="0" algn="l">
              <a:lnSpc>
                <a:spcPct val="115000"/>
              </a:lnSpc>
              <a:spcBef>
                <a:spcPts val="0"/>
              </a:spcBef>
              <a:spcAft>
                <a:spcPts val="0"/>
              </a:spcAft>
              <a:buClr>
                <a:schemeClr val="dk1"/>
              </a:buClr>
              <a:buSzPts val="1400"/>
              <a:buFont typeface="Noto Serif Georgian"/>
              <a:buChar char="●"/>
            </a:pPr>
            <a:r>
              <a:rPr b="1" lang="de-DE">
                <a:solidFill>
                  <a:schemeClr val="dk1"/>
                </a:solidFill>
                <a:latin typeface="Noto Serif Georgian"/>
                <a:ea typeface="Noto Serif Georgian"/>
                <a:cs typeface="Noto Serif Georgian"/>
                <a:sym typeface="Noto Serif Georgian"/>
              </a:rPr>
              <a:t>PromptTemplate</a:t>
            </a:r>
            <a:r>
              <a:rPr lang="de-DE">
                <a:solidFill>
                  <a:schemeClr val="dk1"/>
                </a:solidFill>
                <a:latin typeface="Noto Serif Georgian"/>
                <a:ea typeface="Noto Serif Georgian"/>
                <a:cs typeface="Noto Serif Georgian"/>
                <a:sym typeface="Noto Serif Georgian"/>
              </a:rPr>
              <a:t> </a:t>
            </a:r>
            <a:r>
              <a:rPr b="1" lang="de-DE">
                <a:solidFill>
                  <a:schemeClr val="dk1"/>
                </a:solidFill>
                <a:latin typeface="Noto Serif Georgian"/>
                <a:ea typeface="Noto Serif Georgian"/>
                <a:cs typeface="Noto Serif Georgian"/>
                <a:sym typeface="Noto Serif Georgian"/>
              </a:rPr>
              <a:t>Usage</a:t>
            </a:r>
            <a:r>
              <a:rPr lang="de-DE">
                <a:solidFill>
                  <a:schemeClr val="dk1"/>
                </a:solidFill>
                <a:latin typeface="Noto Serif Georgian"/>
                <a:ea typeface="Noto Serif Georgian"/>
                <a:cs typeface="Noto Serif Georgian"/>
                <a:sym typeface="Noto Serif Georgian"/>
              </a:rPr>
              <a:t>: To generate responses.</a:t>
            </a:r>
            <a:endParaRPr>
              <a:solidFill>
                <a:schemeClr val="dk1"/>
              </a:solidFill>
              <a:latin typeface="Noto Serif Georgian"/>
              <a:ea typeface="Noto Serif Georgian"/>
              <a:cs typeface="Noto Serif Georgian"/>
              <a:sym typeface="Noto Serif Georgian"/>
            </a:endParaRPr>
          </a:p>
        </p:txBody>
      </p:sp>
      <p:sp>
        <p:nvSpPr>
          <p:cNvPr id="1145" name="Google Shape;1145;p41"/>
          <p:cNvSpPr/>
          <p:nvPr/>
        </p:nvSpPr>
        <p:spPr>
          <a:xfrm>
            <a:off x="4318898" y="3158139"/>
            <a:ext cx="3988200" cy="205500"/>
          </a:xfrm>
          <a:prstGeom prst="rect">
            <a:avLst/>
          </a:prstGeom>
          <a:noFill/>
          <a:ln cap="flat" cmpd="sng" w="26800">
            <a:solidFill>
              <a:srgbClr val="00FF00"/>
            </a:solidFill>
            <a:prstDash val="solid"/>
            <a:round/>
            <a:headEnd len="sm" w="sm" type="none"/>
            <a:tailEnd len="sm" w="sm" type="none"/>
          </a:ln>
        </p:spPr>
        <p:txBody>
          <a:bodyPr anchorCtr="0" anchor="ctr" bIns="85700" lIns="85700" spcFirstLastPara="1" rIns="85700" wrap="square" tIns="85700">
            <a:noAutofit/>
          </a:bodyPr>
          <a:lstStyle/>
          <a:p>
            <a:pPr indent="0" lvl="0" marL="0" rtl="0" algn="ctr">
              <a:spcBef>
                <a:spcPts val="0"/>
              </a:spcBef>
              <a:spcAft>
                <a:spcPts val="0"/>
              </a:spcAft>
              <a:buNone/>
            </a:pPr>
            <a:r>
              <a:t/>
            </a:r>
            <a:endParaRPr sz="1312"/>
          </a:p>
        </p:txBody>
      </p:sp>
      <p:sp>
        <p:nvSpPr>
          <p:cNvPr id="1146" name="Google Shape;1146;p41"/>
          <p:cNvSpPr/>
          <p:nvPr/>
        </p:nvSpPr>
        <p:spPr>
          <a:xfrm>
            <a:off x="3291611" y="3532799"/>
            <a:ext cx="1629900" cy="205500"/>
          </a:xfrm>
          <a:prstGeom prst="rect">
            <a:avLst/>
          </a:prstGeom>
          <a:noFill/>
          <a:ln cap="flat" cmpd="sng" w="26800">
            <a:solidFill>
              <a:srgbClr val="FF00FF"/>
            </a:solidFill>
            <a:prstDash val="solid"/>
            <a:round/>
            <a:headEnd len="sm" w="sm" type="none"/>
            <a:tailEnd len="sm" w="sm" type="none"/>
          </a:ln>
        </p:spPr>
        <p:txBody>
          <a:bodyPr anchorCtr="0" anchor="ctr" bIns="85700" lIns="85700" spcFirstLastPara="1" rIns="85700" wrap="square" tIns="85700">
            <a:noAutofit/>
          </a:bodyPr>
          <a:lstStyle/>
          <a:p>
            <a:pPr indent="0" lvl="0" marL="0" rtl="0" algn="ctr">
              <a:spcBef>
                <a:spcPts val="0"/>
              </a:spcBef>
              <a:spcAft>
                <a:spcPts val="0"/>
              </a:spcAft>
              <a:buNone/>
            </a:pPr>
            <a:r>
              <a:t/>
            </a:r>
            <a:endParaRPr sz="1312"/>
          </a:p>
        </p:txBody>
      </p:sp>
      <p:sp>
        <p:nvSpPr>
          <p:cNvPr id="1147" name="Google Shape;1147;p41"/>
          <p:cNvSpPr/>
          <p:nvPr/>
        </p:nvSpPr>
        <p:spPr>
          <a:xfrm>
            <a:off x="1200798" y="2776893"/>
            <a:ext cx="5550900" cy="381300"/>
          </a:xfrm>
          <a:prstGeom prst="rect">
            <a:avLst/>
          </a:prstGeom>
          <a:noFill/>
          <a:ln cap="flat" cmpd="sng" w="26800">
            <a:solidFill>
              <a:srgbClr val="0000FF"/>
            </a:solidFill>
            <a:prstDash val="solid"/>
            <a:round/>
            <a:headEnd len="sm" w="sm" type="none"/>
            <a:tailEnd len="sm" w="sm" type="none"/>
          </a:ln>
        </p:spPr>
        <p:txBody>
          <a:bodyPr anchorCtr="0" anchor="ctr" bIns="85700" lIns="85700" spcFirstLastPara="1" rIns="85700" wrap="square" tIns="85700">
            <a:noAutofit/>
          </a:bodyPr>
          <a:lstStyle/>
          <a:p>
            <a:pPr indent="0" lvl="0" marL="0" rtl="0" algn="ctr">
              <a:spcBef>
                <a:spcPts val="0"/>
              </a:spcBef>
              <a:spcAft>
                <a:spcPts val="0"/>
              </a:spcAft>
              <a:buNone/>
            </a:pPr>
            <a:r>
              <a:t/>
            </a:r>
            <a:endParaRPr sz="1312"/>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42"/>
          <p:cNvSpPr txBox="1"/>
          <p:nvPr>
            <p:ph idx="12" type="sldNum"/>
          </p:nvPr>
        </p:nvSpPr>
        <p:spPr>
          <a:xfrm>
            <a:off x="8575907" y="6634667"/>
            <a:ext cx="181200" cy="1077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solidFill>
                  <a:schemeClr val="lt1"/>
                </a:solidFill>
              </a:rPr>
              <a:t>‹#›</a:t>
            </a:fld>
            <a:endParaRPr>
              <a:solidFill>
                <a:schemeClr val="lt1"/>
              </a:solidFill>
            </a:endParaRPr>
          </a:p>
        </p:txBody>
      </p:sp>
      <p:sp>
        <p:nvSpPr>
          <p:cNvPr id="1154" name="Google Shape;1154;p42"/>
          <p:cNvSpPr txBox="1"/>
          <p:nvPr>
            <p:ph type="title"/>
          </p:nvPr>
        </p:nvSpPr>
        <p:spPr>
          <a:xfrm>
            <a:off x="388739" y="3013502"/>
            <a:ext cx="8368200" cy="415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de-DE"/>
              <a:t>Part </a:t>
            </a:r>
            <a:r>
              <a:rPr lang="de-DE"/>
              <a:t>3</a:t>
            </a:r>
            <a:r>
              <a:rPr lang="de-DE"/>
              <a:t>: Demo in Action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43"/>
          <p:cNvSpPr txBox="1"/>
          <p:nvPr>
            <p:ph idx="11" type="ftr"/>
          </p:nvPr>
        </p:nvSpPr>
        <p:spPr>
          <a:xfrm>
            <a:off x="424800" y="6598800"/>
            <a:ext cx="8108100" cy="36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lang="de-DE">
                <a:latin typeface="Noto Serif Georgian"/>
                <a:ea typeface="Noto Serif Georgian"/>
                <a:cs typeface="Noto Serif Georgian"/>
                <a:sym typeface="Noto Serif Georgian"/>
              </a:rPr>
              <a:t>Y. Herasymenko: “Local RAG Chatbot for customer service”</a:t>
            </a:r>
            <a:endParaRPr>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160" name="Google Shape;1160;p43"/>
          <p:cNvSpPr txBox="1"/>
          <p:nvPr>
            <p:ph idx="12" type="sldNum"/>
          </p:nvPr>
        </p:nvSpPr>
        <p:spPr>
          <a:xfrm>
            <a:off x="8707354" y="6634667"/>
            <a:ext cx="498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161" name="Google Shape;1161;p43"/>
          <p:cNvSpPr txBox="1"/>
          <p:nvPr>
            <p:ph idx="19" type="body"/>
          </p:nvPr>
        </p:nvSpPr>
        <p:spPr>
          <a:xfrm>
            <a:off x="388738" y="611950"/>
            <a:ext cx="5133300" cy="689700"/>
          </a:xfrm>
          <a:prstGeom prst="rect">
            <a:avLst/>
          </a:prstGeom>
          <a:noFill/>
          <a:ln>
            <a:noFill/>
          </a:ln>
        </p:spPr>
        <p:txBody>
          <a:bodyPr anchorCtr="0" anchor="t" bIns="0" lIns="0" spcFirstLastPara="1" rIns="360000" wrap="square" tIns="0">
            <a:sp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0000"/>
              </a:lnSpc>
              <a:spcBef>
                <a:spcPts val="0"/>
              </a:spcBef>
              <a:spcAft>
                <a:spcPts val="0"/>
              </a:spcAft>
              <a:buClr>
                <a:srgbClr val="041E42"/>
              </a:buClr>
              <a:buSzPts val="1400"/>
              <a:buNone/>
            </a:pPr>
            <a:r>
              <a:t/>
            </a:r>
            <a:endParaRPr/>
          </a:p>
        </p:txBody>
      </p:sp>
      <p:sp>
        <p:nvSpPr>
          <p:cNvPr id="1162" name="Google Shape;1162;p43"/>
          <p:cNvSpPr txBox="1"/>
          <p:nvPr>
            <p:ph type="title"/>
          </p:nvPr>
        </p:nvSpPr>
        <p:spPr>
          <a:xfrm>
            <a:off x="388739" y="301186"/>
            <a:ext cx="5133300" cy="277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Part 3: </a:t>
            </a:r>
            <a:r>
              <a:rPr b="0" lang="de-DE">
                <a:latin typeface="Noto Serif Georgian SemiBold"/>
                <a:ea typeface="Noto Serif Georgian SemiBold"/>
                <a:cs typeface="Noto Serif Georgian SemiBold"/>
                <a:sym typeface="Noto Serif Georgian SemiBold"/>
              </a:rPr>
              <a:t>Demo in Action</a:t>
            </a:r>
            <a:endParaRPr b="0">
              <a:latin typeface="Noto Serif Georgian SemiBold"/>
              <a:ea typeface="Noto Serif Georgian SemiBold"/>
              <a:cs typeface="Noto Serif Georgian SemiBold"/>
              <a:sym typeface="Noto Serif Georgian SemiBold"/>
            </a:endParaRPr>
          </a:p>
        </p:txBody>
      </p:sp>
      <p:pic>
        <p:nvPicPr>
          <p:cNvPr id="1163" name="Google Shape;1163;p43"/>
          <p:cNvPicPr preferRelativeResize="0"/>
          <p:nvPr/>
        </p:nvPicPr>
        <p:blipFill rotWithShape="1">
          <a:blip r:embed="rId3">
            <a:alphaModFix/>
          </a:blip>
          <a:srcRect b="0" l="0" r="1768" t="0"/>
          <a:stretch/>
        </p:blipFill>
        <p:spPr>
          <a:xfrm>
            <a:off x="1434150" y="1409662"/>
            <a:ext cx="6113801" cy="42191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44"/>
          <p:cNvSpPr txBox="1"/>
          <p:nvPr>
            <p:ph idx="12" type="sldNum"/>
          </p:nvPr>
        </p:nvSpPr>
        <p:spPr>
          <a:xfrm>
            <a:off x="8575907" y="6634667"/>
            <a:ext cx="181200" cy="1077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de-DE">
                <a:solidFill>
                  <a:schemeClr val="lt1"/>
                </a:solidFill>
              </a:rPr>
              <a:t>‹#›</a:t>
            </a:fld>
            <a:endParaRPr>
              <a:solidFill>
                <a:schemeClr val="lt1"/>
              </a:solidFill>
            </a:endParaRPr>
          </a:p>
        </p:txBody>
      </p:sp>
      <p:sp>
        <p:nvSpPr>
          <p:cNvPr id="1170" name="Google Shape;1170;p44"/>
          <p:cNvSpPr txBox="1"/>
          <p:nvPr>
            <p:ph type="title"/>
          </p:nvPr>
        </p:nvSpPr>
        <p:spPr>
          <a:xfrm>
            <a:off x="388739" y="3013502"/>
            <a:ext cx="8368200" cy="1246800"/>
          </a:xfrm>
          <a:prstGeom prst="rect">
            <a:avLst/>
          </a:prstGeom>
        </p:spPr>
        <p:txBody>
          <a:bodyPr anchorCtr="0" anchor="ctr" bIns="0" lIns="0" spcFirstLastPara="1" rIns="0" wrap="square" tIns="0">
            <a:spAutoFit/>
          </a:bodyPr>
          <a:lstStyle/>
          <a:p>
            <a:pPr indent="0" lvl="0" marL="0" rtl="0" algn="l">
              <a:spcBef>
                <a:spcPts val="0"/>
              </a:spcBef>
              <a:spcAft>
                <a:spcPts val="0"/>
              </a:spcAft>
              <a:buClr>
                <a:schemeClr val="dk1"/>
              </a:buClr>
              <a:buSzPts val="1100"/>
              <a:buFont typeface="Arial"/>
              <a:buNone/>
            </a:pPr>
            <a:r>
              <a:rPr lang="de-DE"/>
              <a:t>Part 4: Tools &amp; Evaluation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45"/>
          <p:cNvSpPr txBox="1"/>
          <p:nvPr>
            <p:ph idx="11" type="ftr"/>
          </p:nvPr>
        </p:nvSpPr>
        <p:spPr>
          <a:xfrm>
            <a:off x="388757" y="6634671"/>
            <a:ext cx="6715500" cy="29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Y. Herasymenko: “Local RAG Chatbot for customer service”</a:t>
            </a:r>
            <a:endParaRPr sz="1200">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176" name="Google Shape;1176;p45"/>
          <p:cNvSpPr txBox="1"/>
          <p:nvPr>
            <p:ph idx="12" type="sldNum"/>
          </p:nvPr>
        </p:nvSpPr>
        <p:spPr>
          <a:xfrm>
            <a:off x="8603158" y="6634667"/>
            <a:ext cx="1539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177" name="Google Shape;1177;p45"/>
          <p:cNvSpPr txBox="1"/>
          <p:nvPr>
            <p:ph idx="4294967295" type="body"/>
          </p:nvPr>
        </p:nvSpPr>
        <p:spPr>
          <a:xfrm>
            <a:off x="417325" y="726250"/>
            <a:ext cx="5133300" cy="292500"/>
          </a:xfrm>
          <a:prstGeom prst="rect">
            <a:avLst/>
          </a:prstGeom>
          <a:noFill/>
          <a:ln>
            <a:noFill/>
          </a:ln>
        </p:spPr>
        <p:txBody>
          <a:bodyPr anchorCtr="0" anchor="t" bIns="0" lIns="0" spcFirstLastPara="1" rIns="360000" wrap="square" tIns="0">
            <a:noAutofit/>
          </a:bodyPr>
          <a:lstStyle/>
          <a:p>
            <a:pPr indent="0" lvl="0" marL="0" rtl="0" algn="l">
              <a:lnSpc>
                <a:spcPct val="150000"/>
              </a:lnSpc>
              <a:spcBef>
                <a:spcPts val="0"/>
              </a:spcBef>
              <a:spcAft>
                <a:spcPts val="1000"/>
              </a:spcAft>
              <a:buNone/>
            </a:pPr>
            <a:r>
              <a:rPr lang="de-DE">
                <a:latin typeface="Noto Serif Georgian"/>
                <a:ea typeface="Noto Serif Georgian"/>
                <a:cs typeface="Noto Serif Georgian"/>
                <a:sym typeface="Noto Serif Georgian"/>
              </a:rPr>
              <a:t>How well does the chatbot perform?</a:t>
            </a:r>
            <a:endParaRPr>
              <a:latin typeface="Noto Serif Georgian"/>
              <a:ea typeface="Noto Serif Georgian"/>
              <a:cs typeface="Noto Serif Georgian"/>
              <a:sym typeface="Noto Serif Georgian"/>
            </a:endParaRPr>
          </a:p>
        </p:txBody>
      </p:sp>
      <p:sp>
        <p:nvSpPr>
          <p:cNvPr id="1178" name="Google Shape;1178;p45"/>
          <p:cNvSpPr txBox="1"/>
          <p:nvPr>
            <p:ph type="title"/>
          </p:nvPr>
        </p:nvSpPr>
        <p:spPr>
          <a:xfrm>
            <a:off x="388750" y="301178"/>
            <a:ext cx="5133300" cy="29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Part 4: Tools &amp; Evaluation</a:t>
            </a:r>
            <a:endParaRPr b="0">
              <a:latin typeface="Noto Serif Georgian SemiBold"/>
              <a:ea typeface="Noto Serif Georgian SemiBold"/>
              <a:cs typeface="Noto Serif Georgian SemiBold"/>
              <a:sym typeface="Noto Serif Georgian SemiBold"/>
            </a:endParaRPr>
          </a:p>
        </p:txBody>
      </p:sp>
      <p:sp>
        <p:nvSpPr>
          <p:cNvPr id="1179" name="Google Shape;1179;p45"/>
          <p:cNvSpPr txBox="1"/>
          <p:nvPr/>
        </p:nvSpPr>
        <p:spPr>
          <a:xfrm>
            <a:off x="962502" y="1373625"/>
            <a:ext cx="11400" cy="8700"/>
          </a:xfrm>
          <a:prstGeom prst="rect">
            <a:avLst/>
          </a:prstGeom>
          <a:noFill/>
          <a:ln>
            <a:noFill/>
          </a:ln>
        </p:spPr>
        <p:txBody>
          <a:bodyPr anchorCtr="0" anchor="t" bIns="85700" lIns="85700" spcFirstLastPara="1" rIns="85700" wrap="square" tIns="85700">
            <a:noAutofit/>
          </a:bodyPr>
          <a:lstStyle/>
          <a:p>
            <a:pPr indent="0" lvl="0" marL="0" rtl="0" algn="l">
              <a:spcBef>
                <a:spcPts val="0"/>
              </a:spcBef>
              <a:spcAft>
                <a:spcPts val="0"/>
              </a:spcAft>
              <a:buNone/>
            </a:pPr>
            <a:r>
              <a:t/>
            </a:r>
            <a:endParaRPr sz="1312">
              <a:solidFill>
                <a:schemeClr val="dk1"/>
              </a:solidFill>
            </a:endParaRPr>
          </a:p>
        </p:txBody>
      </p:sp>
      <p:graphicFrame>
        <p:nvGraphicFramePr>
          <p:cNvPr id="1180" name="Google Shape;1180;p45"/>
          <p:cNvGraphicFramePr/>
          <p:nvPr/>
        </p:nvGraphicFramePr>
        <p:xfrm>
          <a:off x="860225" y="1373613"/>
          <a:ext cx="3000000" cy="3000000"/>
        </p:xfrm>
        <a:graphic>
          <a:graphicData uri="http://schemas.openxmlformats.org/drawingml/2006/table">
            <a:tbl>
              <a:tblPr>
                <a:noFill/>
                <a:tableStyleId>{DF5DF987-FFA9-415C-922C-3FD824A25E45}</a:tableStyleId>
              </a:tblPr>
              <a:tblGrid>
                <a:gridCol w="1555075"/>
                <a:gridCol w="1214875"/>
                <a:gridCol w="1214875"/>
                <a:gridCol w="3644650"/>
              </a:tblGrid>
              <a:tr h="302550">
                <a:tc>
                  <a:txBody>
                    <a:bodyPr/>
                    <a:lstStyle/>
                    <a:p>
                      <a:pPr indent="0" lvl="0" marL="0" rtl="0" algn="l">
                        <a:lnSpc>
                          <a:spcPct val="115000"/>
                        </a:lnSpc>
                        <a:spcBef>
                          <a:spcPts val="0"/>
                        </a:spcBef>
                        <a:spcAft>
                          <a:spcPts val="0"/>
                        </a:spcAft>
                        <a:buNone/>
                      </a:pPr>
                      <a:r>
                        <a:rPr b="1" lang="de-DE" sz="1000">
                          <a:solidFill>
                            <a:srgbClr val="FFFFFF"/>
                          </a:solidFill>
                          <a:latin typeface="Noto Serif Georgian"/>
                          <a:ea typeface="Noto Serif Georgian"/>
                          <a:cs typeface="Noto Serif Georgian"/>
                          <a:sym typeface="Noto Serif Georgian"/>
                        </a:rPr>
                        <a:t>Metric</a:t>
                      </a:r>
                      <a:endParaRPr b="1" sz="1000">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284E3F"/>
                      </a:solidFill>
                      <a:prstDash val="solid"/>
                      <a:round/>
                      <a:headEnd len="sm" w="sm" type="none"/>
                      <a:tailEnd len="sm" w="sm" type="none"/>
                    </a:lnL>
                    <a:lnR cap="flat" cmpd="sng" w="8650">
                      <a:solidFill>
                        <a:srgbClr val="356854"/>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b="1" lang="de-DE" sz="1000">
                          <a:solidFill>
                            <a:srgbClr val="FFFFFF"/>
                          </a:solidFill>
                          <a:latin typeface="Noto Serif Georgian"/>
                          <a:ea typeface="Noto Serif Georgian"/>
                          <a:cs typeface="Noto Serif Georgian"/>
                          <a:sym typeface="Noto Serif Georgian"/>
                        </a:rPr>
                        <a:t>Score</a:t>
                      </a:r>
                      <a:endParaRPr b="1" sz="1000">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356854"/>
                      </a:solidFill>
                      <a:prstDash val="solid"/>
                      <a:round/>
                      <a:headEnd len="sm" w="sm" type="none"/>
                      <a:tailEnd len="sm" w="sm" type="none"/>
                    </a:lnL>
                    <a:lnR cap="flat" cmpd="sng" w="8650">
                      <a:solidFill>
                        <a:srgbClr val="356854">
                          <a:alpha val="0"/>
                        </a:srgbClr>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b="1" lang="de-DE" sz="1000">
                          <a:solidFill>
                            <a:srgbClr val="FFFFFF"/>
                          </a:solidFill>
                          <a:latin typeface="Noto Serif Georgian"/>
                          <a:ea typeface="Noto Serif Georgian"/>
                          <a:cs typeface="Noto Serif Georgian"/>
                          <a:sym typeface="Noto Serif Georgian"/>
                        </a:rPr>
                        <a:t>Status</a:t>
                      </a:r>
                      <a:endParaRPr b="1" sz="1000">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356854">
                          <a:alpha val="0"/>
                        </a:srgbClr>
                      </a:solidFill>
                      <a:prstDash val="solid"/>
                      <a:round/>
                      <a:headEnd len="sm" w="sm" type="none"/>
                      <a:tailEnd len="sm" w="sm" type="none"/>
                    </a:lnL>
                    <a:lnR cap="flat" cmpd="sng" w="8650">
                      <a:solidFill>
                        <a:srgbClr val="356854">
                          <a:alpha val="0"/>
                        </a:srgbClr>
                      </a:solidFill>
                      <a:prstDash val="solid"/>
                      <a:round/>
                      <a:headEnd len="sm" w="sm" type="none"/>
                      <a:tailEnd len="sm" w="sm" type="none"/>
                    </a:lnR>
                    <a:lnT cap="flat" cmpd="sng" w="8650">
                      <a:solidFill>
                        <a:srgbClr val="284E3F">
                          <a:alpha val="0"/>
                        </a:srgbClr>
                      </a:solidFill>
                      <a:prstDash val="solid"/>
                      <a:round/>
                      <a:headEnd len="sm" w="sm" type="none"/>
                      <a:tailEnd len="sm" w="sm" type="none"/>
                    </a:lnT>
                    <a:lnB cap="flat" cmpd="sng" w="8650">
                      <a:solidFill>
                        <a:srgbClr val="284E3F">
                          <a:alpha val="0"/>
                        </a:srgbClr>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b="1" lang="de-DE" sz="1000">
                          <a:solidFill>
                            <a:srgbClr val="FFFFFF"/>
                          </a:solidFill>
                          <a:latin typeface="Noto Serif Georgian"/>
                          <a:ea typeface="Noto Serif Georgian"/>
                          <a:cs typeface="Noto Serif Georgian"/>
                          <a:sym typeface="Noto Serif Georgian"/>
                        </a:rPr>
                        <a:t>Interpretation</a:t>
                      </a:r>
                      <a:endParaRPr b="1" sz="1000">
                        <a:solidFill>
                          <a:srgbClr val="FFFFFF"/>
                        </a:solidFill>
                        <a:latin typeface="Noto Serif Georgian"/>
                        <a:ea typeface="Noto Serif Georgian"/>
                        <a:cs typeface="Noto Serif Georgian"/>
                        <a:sym typeface="Noto Serif Georgian"/>
                      </a:endParaRPr>
                    </a:p>
                  </a:txBody>
                  <a:tcPr marT="19050" marB="19050" marR="76200" marL="76200" anchor="ctr">
                    <a:lnL cap="flat" cmpd="sng" w="8650">
                      <a:solidFill>
                        <a:srgbClr val="356854">
                          <a:alpha val="0"/>
                        </a:srgbClr>
                      </a:solidFill>
                      <a:prstDash val="solid"/>
                      <a:round/>
                      <a:headEnd len="sm" w="sm" type="none"/>
                      <a:tailEnd len="sm" w="sm" type="none"/>
                    </a:lnL>
                    <a:lnR cap="flat" cmpd="sng" w="8650">
                      <a:solidFill>
                        <a:srgbClr val="284E3F"/>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284E3F"/>
                      </a:solidFill>
                      <a:prstDash val="solid"/>
                      <a:round/>
                      <a:headEnd len="sm" w="sm" type="none"/>
                      <a:tailEnd len="sm" w="sm" type="none"/>
                    </a:lnB>
                    <a:solidFill>
                      <a:srgbClr val="356854"/>
                    </a:solidFill>
                  </a:tcPr>
                </a:tc>
              </a:tr>
              <a:tr h="550075">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Avg Faithfulness</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84E3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1.00 / 1.0</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 Excellent</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284E3F">
                          <a:alpha val="0"/>
                        </a:srgbClr>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The LLM is strictly using the provided context and not hallucinating.</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284E3F"/>
                      </a:solidFill>
                      <a:prstDash val="solid"/>
                      <a:round/>
                      <a:headEnd len="sm" w="sm" type="none"/>
                      <a:tailEnd len="sm" w="sm" type="none"/>
                    </a:lnR>
                    <a:lnT cap="flat" cmpd="sng" w="8650">
                      <a:solidFill>
                        <a:srgbClr val="284E3F"/>
                      </a:solidFill>
                      <a:prstDash val="solid"/>
                      <a:round/>
                      <a:headEnd len="sm" w="sm" type="none"/>
                      <a:tailEnd len="sm" w="sm" type="none"/>
                    </a:lnT>
                    <a:lnB cap="flat" cmpd="sng" w="8650">
                      <a:solidFill>
                        <a:srgbClr val="F6F8F9"/>
                      </a:solidFill>
                      <a:prstDash val="solid"/>
                      <a:round/>
                      <a:headEnd len="sm" w="sm" type="none"/>
                      <a:tailEnd len="sm" w="sm" type="none"/>
                    </a:lnB>
                    <a:solidFill>
                      <a:srgbClr val="FFFFFF"/>
                    </a:solidFill>
                  </a:tcPr>
                </a:tc>
              </a:tr>
              <a:tr h="550075">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Avg Relevance</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84E3F"/>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1.00 / 1.0</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6F8F9"/>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 Excellent</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6F8F9"/>
                      </a:solidFill>
                      <a:prstDash val="solid"/>
                      <a:round/>
                      <a:headEnd len="sm" w="sm" type="none"/>
                      <a:tailEnd len="sm" w="sm" type="none"/>
                    </a:lnL>
                    <a:lnR cap="flat" cmpd="sng" w="8650">
                      <a:solidFill>
                        <a:srgbClr val="F6F8F9"/>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The generated answers directly address the user's specific questions.</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6F8F9"/>
                      </a:solidFill>
                      <a:prstDash val="solid"/>
                      <a:round/>
                      <a:headEnd len="sm" w="sm" type="none"/>
                      <a:tailEnd len="sm" w="sm" type="none"/>
                    </a:lnL>
                    <a:lnR cap="flat" cmpd="sng" w="8650">
                      <a:solidFill>
                        <a:srgbClr val="284E3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F6F8F9"/>
                      </a:solidFill>
                      <a:prstDash val="solid"/>
                      <a:round/>
                      <a:headEnd len="sm" w="sm" type="none"/>
                      <a:tailEnd len="sm" w="sm" type="none"/>
                    </a:lnB>
                    <a:solidFill>
                      <a:srgbClr val="F6F8F9"/>
                    </a:solidFill>
                  </a:tcPr>
                </a:tc>
              </a:tr>
              <a:tr h="797600">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Avg Context Recall</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284E3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84E3F"/>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0.60 / 1.0</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84E3F"/>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 Warning</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FFFFF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84E3F"/>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de-DE" sz="1000">
                          <a:solidFill>
                            <a:srgbClr val="434343"/>
                          </a:solidFill>
                          <a:latin typeface="Noto Serif Georgian"/>
                          <a:ea typeface="Noto Serif Georgian"/>
                          <a:cs typeface="Noto Serif Georgian"/>
                          <a:sym typeface="Noto Serif Georgian"/>
                        </a:rPr>
                        <a:t>The retriever is missing about 40% of the relevant information needed for a full answer.</a:t>
                      </a:r>
                      <a:endParaRPr sz="1000">
                        <a:solidFill>
                          <a:srgbClr val="434343"/>
                        </a:solidFill>
                        <a:latin typeface="Noto Serif Georgian"/>
                        <a:ea typeface="Noto Serif Georgian"/>
                        <a:cs typeface="Noto Serif Georgian"/>
                        <a:sym typeface="Noto Serif Georgian"/>
                      </a:endParaRPr>
                    </a:p>
                  </a:txBody>
                  <a:tcPr marT="19050" marB="19050" marR="76200" marL="76200" anchor="ctr">
                    <a:lnL cap="flat" cmpd="sng" w="8650">
                      <a:solidFill>
                        <a:srgbClr val="FFFFFF"/>
                      </a:solidFill>
                      <a:prstDash val="solid"/>
                      <a:round/>
                      <a:headEnd len="sm" w="sm" type="none"/>
                      <a:tailEnd len="sm" w="sm" type="none"/>
                    </a:lnL>
                    <a:lnR cap="flat" cmpd="sng" w="8650">
                      <a:solidFill>
                        <a:srgbClr val="284E3F"/>
                      </a:solidFill>
                      <a:prstDash val="solid"/>
                      <a:round/>
                      <a:headEnd len="sm" w="sm" type="none"/>
                      <a:tailEnd len="sm" w="sm" type="none"/>
                    </a:lnR>
                    <a:lnT cap="flat" cmpd="sng" w="8650">
                      <a:solidFill>
                        <a:srgbClr val="F6F8F9"/>
                      </a:solidFill>
                      <a:prstDash val="solid"/>
                      <a:round/>
                      <a:headEnd len="sm" w="sm" type="none"/>
                      <a:tailEnd len="sm" w="sm" type="none"/>
                    </a:lnT>
                    <a:lnB cap="flat" cmpd="sng" w="8650">
                      <a:solidFill>
                        <a:srgbClr val="284E3F"/>
                      </a:solidFill>
                      <a:prstDash val="solid"/>
                      <a:round/>
                      <a:headEnd len="sm" w="sm" type="none"/>
                      <a:tailEnd len="sm" w="sm" type="none"/>
                    </a:lnB>
                    <a:solidFill>
                      <a:srgbClr val="FFFFFF"/>
                    </a:solidFill>
                  </a:tcPr>
                </a:tc>
              </a:tr>
            </a:tbl>
          </a:graphicData>
        </a:graphic>
      </p:graphicFrame>
      <p:sp>
        <p:nvSpPr>
          <p:cNvPr id="1181" name="Google Shape;1181;p45"/>
          <p:cNvSpPr txBox="1"/>
          <p:nvPr/>
        </p:nvSpPr>
        <p:spPr>
          <a:xfrm>
            <a:off x="886850" y="3755750"/>
            <a:ext cx="7629600" cy="294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DE" sz="1200">
                <a:solidFill>
                  <a:schemeClr val="dk1"/>
                </a:solidFill>
                <a:latin typeface="Noto Serif Georgian"/>
                <a:ea typeface="Noto Serif Georgian"/>
                <a:cs typeface="Noto Serif Georgian"/>
                <a:sym typeface="Noto Serif Georgian"/>
              </a:rPr>
              <a:t>Works well: </a:t>
            </a:r>
            <a:endParaRPr b="1" sz="1200">
              <a:solidFill>
                <a:schemeClr val="dk1"/>
              </a:solidFill>
              <a:latin typeface="Noto Serif Georgian"/>
              <a:ea typeface="Noto Serif Georgian"/>
              <a:cs typeface="Noto Serif Georgian"/>
              <a:sym typeface="Noto Serif Georgian"/>
            </a:endParaRPr>
          </a:p>
          <a:p>
            <a:pPr indent="-304800" lvl="0" marL="914400" rtl="0" algn="l">
              <a:lnSpc>
                <a:spcPct val="115000"/>
              </a:lnSpc>
              <a:spcBef>
                <a:spcPts val="1000"/>
              </a:spcBef>
              <a:spcAft>
                <a:spcPts val="0"/>
              </a:spcAft>
              <a:buClr>
                <a:schemeClr val="dk1"/>
              </a:buClr>
              <a:buSzPts val="1200"/>
              <a:buFont typeface="Noto Serif Georgian"/>
              <a:buChar char="●"/>
            </a:pPr>
            <a:r>
              <a:rPr lang="de-DE" sz="1200">
                <a:solidFill>
                  <a:schemeClr val="dk1"/>
                </a:solidFill>
                <a:latin typeface="Noto Serif Georgian"/>
                <a:ea typeface="Noto Serif Georgian"/>
                <a:cs typeface="Noto Serif Georgian"/>
                <a:sym typeface="Noto Serif Georgian"/>
              </a:rPr>
              <a:t>Perfect faithfulness and relevance across all 6 questions. </a:t>
            </a:r>
            <a:endParaRPr sz="1200">
              <a:solidFill>
                <a:schemeClr val="dk1"/>
              </a:solidFill>
              <a:latin typeface="Noto Serif Georgian"/>
              <a:ea typeface="Noto Serif Georgian"/>
              <a:cs typeface="Noto Serif Georgian"/>
              <a:sym typeface="Noto Serif Georgian"/>
            </a:endParaRPr>
          </a:p>
          <a:p>
            <a:pPr indent="-304800" lvl="0" marL="914400" rtl="0" algn="l">
              <a:lnSpc>
                <a:spcPct val="115000"/>
              </a:lnSpc>
              <a:spcBef>
                <a:spcPts val="0"/>
              </a:spcBef>
              <a:spcAft>
                <a:spcPts val="0"/>
              </a:spcAft>
              <a:buClr>
                <a:schemeClr val="dk1"/>
              </a:buClr>
              <a:buSzPts val="1200"/>
              <a:buFont typeface="Noto Serif Georgian"/>
              <a:buChar char="●"/>
            </a:pPr>
            <a:r>
              <a:rPr lang="de-DE" sz="1200">
                <a:solidFill>
                  <a:schemeClr val="dk1"/>
                </a:solidFill>
                <a:latin typeface="Noto Serif Georgian"/>
                <a:ea typeface="Noto Serif Georgian"/>
                <a:cs typeface="Noto Serif Georgian"/>
                <a:sym typeface="Noto Serif Georgian"/>
              </a:rPr>
              <a:t>The system </a:t>
            </a:r>
            <a:r>
              <a:rPr lang="de-DE" sz="1200">
                <a:solidFill>
                  <a:schemeClr val="dk1"/>
                </a:solidFill>
                <a:latin typeface="Noto Serif Georgian"/>
                <a:ea typeface="Noto Serif Georgian"/>
                <a:cs typeface="Noto Serif Georgian"/>
                <a:sym typeface="Noto Serif Georgian"/>
              </a:rPr>
              <a:t>prompt, temperature 0, and</a:t>
            </a:r>
            <a:r>
              <a:rPr lang="de-DE" sz="1200">
                <a:solidFill>
                  <a:schemeClr val="dk1"/>
                </a:solidFill>
                <a:latin typeface="Noto Serif Georgian"/>
                <a:ea typeface="Noto Serif Georgian"/>
                <a:cs typeface="Noto Serif Georgian"/>
                <a:sym typeface="Noto Serif Georgian"/>
              </a:rPr>
              <a:t> reranker together prevent hallucinations and keep answers on-topic. </a:t>
            </a:r>
            <a:endParaRPr sz="1200">
              <a:solidFill>
                <a:schemeClr val="dk1"/>
              </a:solidFill>
              <a:latin typeface="Noto Serif Georgian"/>
              <a:ea typeface="Noto Serif Georgian"/>
              <a:cs typeface="Noto Serif Georgian"/>
              <a:sym typeface="Noto Serif Georgian"/>
            </a:endParaRPr>
          </a:p>
          <a:p>
            <a:pPr indent="-304800" lvl="0" marL="914400" rtl="0" algn="l">
              <a:lnSpc>
                <a:spcPct val="115000"/>
              </a:lnSpc>
              <a:spcBef>
                <a:spcPts val="0"/>
              </a:spcBef>
              <a:spcAft>
                <a:spcPts val="0"/>
              </a:spcAft>
              <a:buClr>
                <a:schemeClr val="dk1"/>
              </a:buClr>
              <a:buSzPts val="1200"/>
              <a:buFont typeface="Noto Serif Georgian"/>
              <a:buChar char="●"/>
            </a:pPr>
            <a:r>
              <a:rPr lang="de-DE" sz="1200">
                <a:solidFill>
                  <a:schemeClr val="dk1"/>
                </a:solidFill>
                <a:latin typeface="Noto Serif Georgian"/>
                <a:ea typeface="Noto Serif Georgian"/>
                <a:cs typeface="Noto Serif Georgian"/>
                <a:sym typeface="Noto Serif Georgian"/>
              </a:rPr>
              <a:t>The LLM never invents facts or goes off-topic.</a:t>
            </a:r>
            <a:endParaRPr sz="1200">
              <a:solidFill>
                <a:schemeClr val="dk1"/>
              </a:solidFill>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sz="1200">
              <a:solidFill>
                <a:schemeClr val="dk1"/>
              </a:solidFill>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rPr b="1" lang="de-DE" sz="1200">
                <a:solidFill>
                  <a:schemeClr val="dk1"/>
                </a:solidFill>
                <a:latin typeface="Noto Serif Georgian"/>
                <a:ea typeface="Noto Serif Georgian"/>
                <a:cs typeface="Noto Serif Georgian"/>
                <a:sym typeface="Noto Serif Georgian"/>
              </a:rPr>
              <a:t>What to improve:</a:t>
            </a:r>
            <a:endParaRPr b="1" sz="1200">
              <a:solidFill>
                <a:schemeClr val="dk1"/>
              </a:solidFill>
              <a:latin typeface="Noto Serif Georgian"/>
              <a:ea typeface="Noto Serif Georgian"/>
              <a:cs typeface="Noto Serif Georgian"/>
              <a:sym typeface="Noto Serif Georgian"/>
            </a:endParaRPr>
          </a:p>
          <a:p>
            <a:pPr indent="0" lvl="0" marL="0" rtl="0" algn="l">
              <a:lnSpc>
                <a:spcPct val="115000"/>
              </a:lnSpc>
              <a:spcBef>
                <a:spcPts val="0"/>
              </a:spcBef>
              <a:spcAft>
                <a:spcPts val="0"/>
              </a:spcAft>
              <a:buNone/>
            </a:pPr>
            <a:r>
              <a:t/>
            </a:r>
            <a:endParaRPr sz="1200">
              <a:solidFill>
                <a:schemeClr val="dk1"/>
              </a:solidFill>
              <a:latin typeface="Noto Serif Georgian"/>
              <a:ea typeface="Noto Serif Georgian"/>
              <a:cs typeface="Noto Serif Georgian"/>
              <a:sym typeface="Noto Serif Georgian"/>
            </a:endParaRPr>
          </a:p>
          <a:p>
            <a:pPr indent="-304800" lvl="0" marL="914400" rtl="0" algn="l">
              <a:lnSpc>
                <a:spcPct val="115000"/>
              </a:lnSpc>
              <a:spcBef>
                <a:spcPts val="0"/>
              </a:spcBef>
              <a:spcAft>
                <a:spcPts val="0"/>
              </a:spcAft>
              <a:buClr>
                <a:schemeClr val="dk1"/>
              </a:buClr>
              <a:buSzPts val="1200"/>
              <a:buFont typeface="Noto Serif Georgian"/>
              <a:buChar char="●"/>
            </a:pPr>
            <a:r>
              <a:rPr lang="de-DE" sz="1200">
                <a:solidFill>
                  <a:schemeClr val="dk1"/>
                </a:solidFill>
                <a:latin typeface="Noto Serif Georgian"/>
                <a:ea typeface="Noto Serif Georgian"/>
                <a:cs typeface="Noto Serif Georgian"/>
                <a:sym typeface="Noto Serif Georgian"/>
              </a:rPr>
              <a:t>Context recall drops on multi-step answers (warranty, ordering). </a:t>
            </a:r>
            <a:endParaRPr sz="1200">
              <a:solidFill>
                <a:schemeClr val="dk1"/>
              </a:solidFill>
              <a:latin typeface="Noto Serif Georgian"/>
              <a:ea typeface="Noto Serif Georgian"/>
              <a:cs typeface="Noto Serif Georgian"/>
              <a:sym typeface="Noto Serif Georgian"/>
            </a:endParaRPr>
          </a:p>
          <a:p>
            <a:pPr indent="-304800" lvl="0" marL="914400" rtl="0" algn="l">
              <a:lnSpc>
                <a:spcPct val="115000"/>
              </a:lnSpc>
              <a:spcBef>
                <a:spcPts val="0"/>
              </a:spcBef>
              <a:spcAft>
                <a:spcPts val="0"/>
              </a:spcAft>
              <a:buClr>
                <a:schemeClr val="dk1"/>
              </a:buClr>
              <a:buSzPts val="1200"/>
              <a:buFont typeface="Noto Serif Georgian"/>
              <a:buChar char="●"/>
            </a:pPr>
            <a:r>
              <a:rPr lang="de-DE" sz="1200">
                <a:solidFill>
                  <a:schemeClr val="dk1"/>
                </a:solidFill>
                <a:latin typeface="Noto Serif Georgian"/>
                <a:ea typeface="Noto Serif Georgian"/>
                <a:cs typeface="Noto Serif Georgian"/>
                <a:sym typeface="Noto Serif Georgian"/>
              </a:rPr>
              <a:t>The reference uses different phrasing than the retrieved chunks.</a:t>
            </a:r>
            <a:endParaRPr sz="1200">
              <a:solidFill>
                <a:schemeClr val="dk1"/>
              </a:solidFill>
              <a:latin typeface="Noto Serif Georgian"/>
              <a:ea typeface="Noto Serif Georgian"/>
              <a:cs typeface="Noto Serif Georgian"/>
              <a:sym typeface="Noto Serif Georgian"/>
            </a:endParaRPr>
          </a:p>
          <a:p>
            <a:pPr indent="-304800" lvl="0" marL="914400" rtl="0" algn="l">
              <a:lnSpc>
                <a:spcPct val="115000"/>
              </a:lnSpc>
              <a:spcBef>
                <a:spcPts val="0"/>
              </a:spcBef>
              <a:spcAft>
                <a:spcPts val="0"/>
              </a:spcAft>
              <a:buClr>
                <a:schemeClr val="dk1"/>
              </a:buClr>
              <a:buSzPts val="1200"/>
              <a:buFont typeface="Noto Serif Georgian"/>
              <a:buChar char="●"/>
            </a:pPr>
            <a:r>
              <a:rPr lang="de-DE" sz="1200">
                <a:solidFill>
                  <a:schemeClr val="dk1"/>
                </a:solidFill>
                <a:latin typeface="Noto Serif Georgian"/>
                <a:ea typeface="Noto Serif Georgian"/>
                <a:cs typeface="Noto Serif Georgian"/>
                <a:sym typeface="Noto Serif Georgian"/>
              </a:rPr>
              <a:t>Next step: expand the eval set to 49 questions and tune chunk size.</a:t>
            </a:r>
            <a:endParaRPr sz="1200">
              <a:solidFill>
                <a:schemeClr val="dk1"/>
              </a:solidFill>
              <a:latin typeface="Noto Serif Georgian"/>
              <a:ea typeface="Noto Serif Georgian"/>
              <a:cs typeface="Noto Serif Georgian"/>
              <a:sym typeface="Noto Serif Georgi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46"/>
          <p:cNvSpPr txBox="1"/>
          <p:nvPr>
            <p:ph idx="11" type="ftr"/>
          </p:nvPr>
        </p:nvSpPr>
        <p:spPr>
          <a:xfrm>
            <a:off x="388757" y="6634671"/>
            <a:ext cx="6715500" cy="29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de-DE" sz="1200">
                <a:latin typeface="Noto Serif Georgian"/>
                <a:ea typeface="Noto Serif Georgian"/>
                <a:cs typeface="Noto Serif Georgian"/>
                <a:sym typeface="Noto Serif Georgian"/>
              </a:rPr>
              <a:t>Y. Herasymenko: “Local RAG Chatbot for customer service”</a:t>
            </a:r>
            <a:endParaRPr sz="1200">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187" name="Google Shape;1187;p46"/>
          <p:cNvSpPr txBox="1"/>
          <p:nvPr>
            <p:ph idx="12" type="sldNum"/>
          </p:nvPr>
        </p:nvSpPr>
        <p:spPr>
          <a:xfrm>
            <a:off x="8603158" y="6634667"/>
            <a:ext cx="1539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188" name="Google Shape;1188;p46"/>
          <p:cNvSpPr txBox="1"/>
          <p:nvPr>
            <p:ph idx="4294967295" type="body"/>
          </p:nvPr>
        </p:nvSpPr>
        <p:spPr>
          <a:xfrm>
            <a:off x="417325" y="726250"/>
            <a:ext cx="5133300" cy="292500"/>
          </a:xfrm>
          <a:prstGeom prst="rect">
            <a:avLst/>
          </a:prstGeom>
          <a:noFill/>
          <a:ln>
            <a:noFill/>
          </a:ln>
        </p:spPr>
        <p:txBody>
          <a:bodyPr anchorCtr="0" anchor="t" bIns="0" lIns="0" spcFirstLastPara="1" rIns="360000" wrap="square" tIns="0">
            <a:noAutofit/>
          </a:bodyPr>
          <a:lstStyle/>
          <a:p>
            <a:pPr indent="0" lvl="0" marL="0" rtl="0" algn="l">
              <a:lnSpc>
                <a:spcPct val="150000"/>
              </a:lnSpc>
              <a:spcBef>
                <a:spcPts val="0"/>
              </a:spcBef>
              <a:spcAft>
                <a:spcPts val="1000"/>
              </a:spcAft>
              <a:buNone/>
            </a:pPr>
            <a:r>
              <a:rPr lang="de-DE">
                <a:latin typeface="Noto Serif Georgian"/>
                <a:ea typeface="Noto Serif Georgian"/>
                <a:cs typeface="Noto Serif Georgian"/>
                <a:sym typeface="Noto Serif Georgian"/>
              </a:rPr>
              <a:t>LangChain &amp; LangSmith</a:t>
            </a:r>
            <a:endParaRPr>
              <a:latin typeface="Noto Serif Georgian"/>
              <a:ea typeface="Noto Serif Georgian"/>
              <a:cs typeface="Noto Serif Georgian"/>
              <a:sym typeface="Noto Serif Georgian"/>
            </a:endParaRPr>
          </a:p>
        </p:txBody>
      </p:sp>
      <p:sp>
        <p:nvSpPr>
          <p:cNvPr id="1189" name="Google Shape;1189;p46"/>
          <p:cNvSpPr txBox="1"/>
          <p:nvPr>
            <p:ph type="title"/>
          </p:nvPr>
        </p:nvSpPr>
        <p:spPr>
          <a:xfrm>
            <a:off x="388750" y="301178"/>
            <a:ext cx="5133300" cy="29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Part 4: Tools &amp; Evaluation</a:t>
            </a:r>
            <a:endParaRPr b="0">
              <a:latin typeface="Noto Serif Georgian SemiBold"/>
              <a:ea typeface="Noto Serif Georgian SemiBold"/>
              <a:cs typeface="Noto Serif Georgian SemiBold"/>
              <a:sym typeface="Noto Serif Georgian SemiBold"/>
            </a:endParaRPr>
          </a:p>
        </p:txBody>
      </p:sp>
      <p:sp>
        <p:nvSpPr>
          <p:cNvPr id="1190" name="Google Shape;1190;p46"/>
          <p:cNvSpPr txBox="1"/>
          <p:nvPr/>
        </p:nvSpPr>
        <p:spPr>
          <a:xfrm>
            <a:off x="962502" y="1373625"/>
            <a:ext cx="11400" cy="8700"/>
          </a:xfrm>
          <a:prstGeom prst="rect">
            <a:avLst/>
          </a:prstGeom>
          <a:noFill/>
          <a:ln>
            <a:noFill/>
          </a:ln>
        </p:spPr>
        <p:txBody>
          <a:bodyPr anchorCtr="0" anchor="t" bIns="85700" lIns="85700" spcFirstLastPara="1" rIns="85700" wrap="square" tIns="85700">
            <a:noAutofit/>
          </a:bodyPr>
          <a:lstStyle/>
          <a:p>
            <a:pPr indent="0" lvl="0" marL="0" rtl="0" algn="l">
              <a:spcBef>
                <a:spcPts val="0"/>
              </a:spcBef>
              <a:spcAft>
                <a:spcPts val="0"/>
              </a:spcAft>
              <a:buNone/>
            </a:pPr>
            <a:r>
              <a:t/>
            </a:r>
            <a:endParaRPr sz="1312">
              <a:solidFill>
                <a:schemeClr val="dk1"/>
              </a:solidFill>
            </a:endParaRPr>
          </a:p>
        </p:txBody>
      </p:sp>
      <p:pic>
        <p:nvPicPr>
          <p:cNvPr id="1191" name="Google Shape;1191;p46" title="lang_smith.png"/>
          <p:cNvPicPr preferRelativeResize="0"/>
          <p:nvPr/>
        </p:nvPicPr>
        <p:blipFill>
          <a:blip r:embed="rId3">
            <a:alphaModFix/>
          </a:blip>
          <a:stretch>
            <a:fillRect/>
          </a:stretch>
        </p:blipFill>
        <p:spPr>
          <a:xfrm>
            <a:off x="304800" y="1915725"/>
            <a:ext cx="8839201" cy="965270"/>
          </a:xfrm>
          <a:prstGeom prst="rect">
            <a:avLst/>
          </a:prstGeom>
          <a:noFill/>
          <a:ln>
            <a:noFill/>
          </a:ln>
        </p:spPr>
      </p:pic>
      <p:sp>
        <p:nvSpPr>
          <p:cNvPr id="1192" name="Google Shape;1192;p46"/>
          <p:cNvSpPr txBox="1"/>
          <p:nvPr/>
        </p:nvSpPr>
        <p:spPr>
          <a:xfrm>
            <a:off x="257175" y="3201600"/>
            <a:ext cx="8611500" cy="126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de-DE" sz="1200">
                <a:solidFill>
                  <a:schemeClr val="dk1"/>
                </a:solidFill>
                <a:latin typeface="Noto Serif Georgian"/>
                <a:ea typeface="Noto Serif Georgian"/>
                <a:cs typeface="Noto Serif Georgian"/>
                <a:sym typeface="Noto Serif Georgian"/>
              </a:rPr>
              <a:t>LangSmith</a:t>
            </a:r>
            <a:r>
              <a:rPr lang="de-DE" sz="1200">
                <a:solidFill>
                  <a:schemeClr val="dk1"/>
                </a:solidFill>
                <a:latin typeface="Noto Serif Georgian"/>
                <a:ea typeface="Noto Serif Georgian"/>
                <a:cs typeface="Noto Serif Georgian"/>
                <a:sym typeface="Noto Serif Georgian"/>
              </a:rPr>
              <a:t> is LangChain's observability platform. It's very useful for debugging why a particular answer was wrong.</a:t>
            </a:r>
            <a:endParaRPr sz="1200">
              <a:solidFill>
                <a:schemeClr val="dk1"/>
              </a:solidFill>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rPr b="1" lang="de-DE" sz="1200">
                <a:solidFill>
                  <a:schemeClr val="dk1"/>
                </a:solidFill>
                <a:latin typeface="Noto Serif Georgian"/>
                <a:ea typeface="Noto Serif Georgian"/>
                <a:cs typeface="Noto Serif Georgian"/>
                <a:sym typeface="Noto Serif Georgian"/>
              </a:rPr>
              <a:t>What to improve: </a:t>
            </a:r>
            <a:r>
              <a:rPr lang="de-DE" sz="1200">
                <a:solidFill>
                  <a:schemeClr val="dk1"/>
                </a:solidFill>
                <a:latin typeface="Noto Serif Georgian"/>
                <a:ea typeface="Noto Serif Georgian"/>
                <a:cs typeface="Noto Serif Georgian"/>
                <a:sym typeface="Noto Serif Georgian"/>
              </a:rPr>
              <a:t>Latency.</a:t>
            </a:r>
            <a:endParaRPr sz="1200">
              <a:solidFill>
                <a:schemeClr val="dk1"/>
              </a:solidFill>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sz="1200">
              <a:solidFill>
                <a:schemeClr val="dk1"/>
              </a:solidFill>
              <a:latin typeface="Noto Serif Georgian"/>
              <a:ea typeface="Noto Serif Georgian"/>
              <a:cs typeface="Noto Serif Georgian"/>
              <a:sym typeface="Noto Serif Georgi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47"/>
          <p:cNvSpPr txBox="1"/>
          <p:nvPr>
            <p:ph type="title"/>
          </p:nvPr>
        </p:nvSpPr>
        <p:spPr>
          <a:xfrm>
            <a:off x="388739" y="3013502"/>
            <a:ext cx="8368200" cy="415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b="0" lang="de-DE">
                <a:latin typeface="Noto Serif Georgian SemiBold"/>
                <a:ea typeface="Noto Serif Georgian SemiBold"/>
                <a:cs typeface="Noto Serif Georgian SemiBold"/>
                <a:sym typeface="Noto Serif Georgian SemiBold"/>
              </a:rPr>
              <a:t>Part5: Conclusion &amp; Outlook</a:t>
            </a:r>
            <a:endParaRPr b="0">
              <a:latin typeface="Noto Serif Georgian SemiBold"/>
              <a:ea typeface="Noto Serif Georgian SemiBold"/>
              <a:cs typeface="Noto Serif Georgian SemiBold"/>
              <a:sym typeface="Noto Serif Georgian SemiBold"/>
            </a:endParaRPr>
          </a:p>
        </p:txBody>
      </p:sp>
      <p:sp>
        <p:nvSpPr>
          <p:cNvPr id="1199" name="Google Shape;1199;p47"/>
          <p:cNvSpPr txBox="1"/>
          <p:nvPr>
            <p:ph idx="12" type="sldNum"/>
          </p:nvPr>
        </p:nvSpPr>
        <p:spPr>
          <a:xfrm>
            <a:off x="8575907" y="6634667"/>
            <a:ext cx="181200" cy="107700"/>
          </a:xfrm>
          <a:prstGeom prst="rect">
            <a:avLst/>
          </a:prstGeom>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48"/>
          <p:cNvSpPr txBox="1"/>
          <p:nvPr>
            <p:ph idx="11" type="ftr"/>
          </p:nvPr>
        </p:nvSpPr>
        <p:spPr>
          <a:xfrm>
            <a:off x="424800" y="6598800"/>
            <a:ext cx="8197200" cy="36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lang="de-DE">
                <a:latin typeface="Noto Serif Georgian"/>
                <a:ea typeface="Noto Serif Georgian"/>
                <a:cs typeface="Noto Serif Georgian"/>
                <a:sym typeface="Noto Serif Georgian"/>
              </a:rPr>
              <a:t>Y. Herasymenko: “Local RAG Chatbot for customer service”</a:t>
            </a:r>
            <a:endParaRPr>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205" name="Google Shape;1205;p48"/>
          <p:cNvSpPr txBox="1"/>
          <p:nvPr>
            <p:ph idx="12" type="sldNum"/>
          </p:nvPr>
        </p:nvSpPr>
        <p:spPr>
          <a:xfrm>
            <a:off x="8407251" y="6634675"/>
            <a:ext cx="3498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206" name="Google Shape;1206;p48"/>
          <p:cNvSpPr txBox="1"/>
          <p:nvPr>
            <p:ph type="title"/>
          </p:nvPr>
        </p:nvSpPr>
        <p:spPr>
          <a:xfrm>
            <a:off x="387350" y="301175"/>
            <a:ext cx="7185900" cy="277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Conclusion &amp; Outlook</a:t>
            </a:r>
            <a:endParaRPr b="0">
              <a:latin typeface="Noto Serif Georgian SemiBold"/>
              <a:ea typeface="Noto Serif Georgian SemiBold"/>
              <a:cs typeface="Noto Serif Georgian SemiBold"/>
              <a:sym typeface="Noto Serif Georgian SemiBold"/>
            </a:endParaRPr>
          </a:p>
        </p:txBody>
      </p:sp>
      <p:sp>
        <p:nvSpPr>
          <p:cNvPr id="1207" name="Google Shape;1207;p48"/>
          <p:cNvSpPr txBox="1"/>
          <p:nvPr/>
        </p:nvSpPr>
        <p:spPr>
          <a:xfrm>
            <a:off x="387350" y="1378525"/>
            <a:ext cx="8019900" cy="2924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de-DE">
                <a:solidFill>
                  <a:schemeClr val="dk1"/>
                </a:solidFill>
                <a:latin typeface="Noto Serif Georgian"/>
                <a:ea typeface="Noto Serif Georgian"/>
                <a:cs typeface="Noto Serif Georgian"/>
                <a:sym typeface="Noto Serif Georgian"/>
              </a:rPr>
              <a:t>Conclusion</a:t>
            </a:r>
            <a:r>
              <a:rPr b="1" lang="de-DE">
                <a:solidFill>
                  <a:schemeClr val="dk1"/>
                </a:solidFill>
                <a:latin typeface="Noto Serif Georgian"/>
                <a:ea typeface="Noto Serif Georgian"/>
                <a:cs typeface="Noto Serif Georgian"/>
                <a:sym typeface="Noto Serif Georgian"/>
              </a:rPr>
              <a:t>: </a:t>
            </a:r>
            <a:endParaRPr b="1">
              <a:solidFill>
                <a:schemeClr val="dk1"/>
              </a:solidFill>
              <a:latin typeface="Noto Serif Georgian"/>
              <a:ea typeface="Noto Serif Georgian"/>
              <a:cs typeface="Noto Serif Georgian"/>
              <a:sym typeface="Noto Serif Georgian"/>
            </a:endParaRPr>
          </a:p>
          <a:p>
            <a:pPr indent="-342900" lvl="1" marL="914400" rtl="0" algn="l">
              <a:spcBef>
                <a:spcPts val="1000"/>
              </a:spcBef>
              <a:spcAft>
                <a:spcPts val="0"/>
              </a:spcAft>
              <a:buClr>
                <a:schemeClr val="dk2"/>
              </a:buClr>
              <a:buSzPts val="1800"/>
              <a:buFont typeface="Noto Serif Georgian"/>
              <a:buChar char="➢"/>
            </a:pPr>
            <a:r>
              <a:rPr lang="de-DE">
                <a:solidFill>
                  <a:schemeClr val="dk1"/>
                </a:solidFill>
                <a:latin typeface="Noto Serif Georgian"/>
                <a:ea typeface="Noto Serif Georgian"/>
                <a:cs typeface="Noto Serif Georgian"/>
                <a:sym typeface="Noto Serif Georgian"/>
              </a:rPr>
              <a:t>We introduce RAGChatbot, a Q&amp;A system built for fast prototyping using ChromaDB and Llama 3.2 3B.</a:t>
            </a:r>
            <a:endParaRPr>
              <a:solidFill>
                <a:schemeClr val="dk1"/>
              </a:solidFill>
              <a:latin typeface="Noto Serif Georgian"/>
              <a:ea typeface="Noto Serif Georgian"/>
              <a:cs typeface="Noto Serif Georgian"/>
              <a:sym typeface="Noto Serif Georgian"/>
            </a:endParaRPr>
          </a:p>
          <a:p>
            <a:pPr indent="-342900" lvl="1" marL="914400" rtl="0" algn="l">
              <a:spcBef>
                <a:spcPts val="1000"/>
              </a:spcBef>
              <a:spcAft>
                <a:spcPts val="0"/>
              </a:spcAft>
              <a:buClr>
                <a:schemeClr val="dk2"/>
              </a:buClr>
              <a:buSzPts val="1800"/>
              <a:buFont typeface="Noto Serif Georgian"/>
              <a:buChar char="➢"/>
            </a:pPr>
            <a:r>
              <a:rPr lang="de-DE">
                <a:solidFill>
                  <a:schemeClr val="dk1"/>
                </a:solidFill>
                <a:latin typeface="Noto Serif Georgian"/>
                <a:ea typeface="Noto Serif Georgian"/>
                <a:cs typeface="Noto Serif Georgian"/>
                <a:sym typeface="Noto Serif Georgian"/>
              </a:rPr>
              <a:t>To improve retrieval, we use multiple retrievers with re-ranking.</a:t>
            </a:r>
            <a:endParaRPr>
              <a:solidFill>
                <a:schemeClr val="dk1"/>
              </a:solidFill>
              <a:latin typeface="Noto Serif Georgian"/>
              <a:ea typeface="Noto Serif Georgian"/>
              <a:cs typeface="Noto Serif Georgian"/>
              <a:sym typeface="Noto Serif Georgian"/>
            </a:endParaRPr>
          </a:p>
          <a:p>
            <a:pPr indent="-342900" lvl="1" marL="914400" rtl="0" algn="l">
              <a:spcBef>
                <a:spcPts val="1000"/>
              </a:spcBef>
              <a:spcAft>
                <a:spcPts val="0"/>
              </a:spcAft>
              <a:buClr>
                <a:schemeClr val="dk2"/>
              </a:buClr>
              <a:buSzPts val="1800"/>
              <a:buFont typeface="Noto Serif Georgian"/>
              <a:buChar char="➢"/>
            </a:pPr>
            <a:r>
              <a:rPr lang="de-DE">
                <a:solidFill>
                  <a:schemeClr val="dk1"/>
                </a:solidFill>
                <a:latin typeface="Noto Serif Georgian"/>
                <a:ea typeface="Noto Serif Georgian"/>
                <a:cs typeface="Noto Serif Georgian"/>
                <a:sym typeface="Noto Serif Georgian"/>
              </a:rPr>
              <a:t>Optimal settings: 400 token chunk size with 60-token overlap (15%).</a:t>
            </a:r>
            <a:endParaRPr>
              <a:solidFill>
                <a:schemeClr val="dk1"/>
              </a:solidFill>
              <a:latin typeface="Noto Serif Georgian"/>
              <a:ea typeface="Noto Serif Georgian"/>
              <a:cs typeface="Noto Serif Georgian"/>
              <a:sym typeface="Noto Serif Georgian"/>
            </a:endParaRPr>
          </a:p>
          <a:p>
            <a:pPr indent="-342900" lvl="1" marL="914400" rtl="0" algn="l">
              <a:spcBef>
                <a:spcPts val="1000"/>
              </a:spcBef>
              <a:spcAft>
                <a:spcPts val="0"/>
              </a:spcAft>
              <a:buClr>
                <a:schemeClr val="dk2"/>
              </a:buClr>
              <a:buSzPts val="1800"/>
              <a:buFont typeface="Noto Serif Georgian"/>
              <a:buChar char="➢"/>
            </a:pPr>
            <a:r>
              <a:rPr lang="de-DE">
                <a:solidFill>
                  <a:schemeClr val="dk1"/>
                </a:solidFill>
                <a:latin typeface="Noto Serif Georgian"/>
                <a:ea typeface="Noto Serif Georgian"/>
                <a:cs typeface="Noto Serif Georgian"/>
                <a:sym typeface="Noto Serif Georgian"/>
              </a:rPr>
              <a:t>Integrates LangSmith with LangChain for pipeline orchestration.</a:t>
            </a:r>
            <a:endParaRPr>
              <a:solidFill>
                <a:schemeClr val="dk1"/>
              </a:solidFill>
              <a:latin typeface="Noto Serif Georgian"/>
              <a:ea typeface="Noto Serif Georgian"/>
              <a:cs typeface="Noto Serif Georgian"/>
              <a:sym typeface="Noto Serif Georgian"/>
            </a:endParaRPr>
          </a:p>
          <a:p>
            <a:pPr indent="0" lvl="0" marL="914400" rtl="0" algn="l">
              <a:lnSpc>
                <a:spcPct val="100000"/>
              </a:lnSpc>
              <a:spcBef>
                <a:spcPts val="1000"/>
              </a:spcBef>
              <a:spcAft>
                <a:spcPts val="0"/>
              </a:spcAft>
              <a:buNone/>
            </a:pPr>
            <a:r>
              <a:t/>
            </a:r>
            <a:endParaRPr>
              <a:solidFill>
                <a:schemeClr val="dk1"/>
              </a:solidFill>
              <a:latin typeface="Noto Serif Georgian"/>
              <a:ea typeface="Noto Serif Georgian"/>
              <a:cs typeface="Noto Serif Georgian"/>
              <a:sym typeface="Noto Serif Georgian"/>
            </a:endParaRPr>
          </a:p>
          <a:p>
            <a:pPr indent="0" lvl="0" marL="0" rtl="0" algn="l">
              <a:lnSpc>
                <a:spcPct val="115000"/>
              </a:lnSpc>
              <a:spcBef>
                <a:spcPts val="1000"/>
              </a:spcBef>
              <a:spcAft>
                <a:spcPts val="0"/>
              </a:spcAft>
              <a:buNone/>
            </a:pPr>
            <a:r>
              <a:t/>
            </a:r>
            <a:endParaRPr>
              <a:solidFill>
                <a:schemeClr val="dk1"/>
              </a:solidFill>
              <a:latin typeface="Noto Serif Georgian"/>
              <a:ea typeface="Noto Serif Georgian"/>
              <a:cs typeface="Noto Serif Georgian"/>
              <a:sym typeface="Noto Serif Georgi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49"/>
          <p:cNvSpPr txBox="1"/>
          <p:nvPr>
            <p:ph idx="11" type="ftr"/>
          </p:nvPr>
        </p:nvSpPr>
        <p:spPr>
          <a:xfrm>
            <a:off x="424800" y="6598800"/>
            <a:ext cx="8197200" cy="36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lang="de-DE">
                <a:latin typeface="Noto Serif Georgian"/>
                <a:ea typeface="Noto Serif Georgian"/>
                <a:cs typeface="Noto Serif Georgian"/>
                <a:sym typeface="Noto Serif Georgian"/>
              </a:rPr>
              <a:t>Y. Herasymenko: “Local RAG Chatbot for customer service”</a:t>
            </a:r>
            <a:endParaRPr>
              <a:latin typeface="Noto Serif Georgian"/>
              <a:ea typeface="Noto Serif Georgian"/>
              <a:cs typeface="Noto Serif Georgian"/>
              <a:sym typeface="Noto Serif Georgian"/>
            </a:endParaRPr>
          </a:p>
          <a:p>
            <a:pPr indent="0" lvl="0" marL="0" rtl="0" algn="l">
              <a:spcBef>
                <a:spcPts val="0"/>
              </a:spcBef>
              <a:spcAft>
                <a:spcPts val="0"/>
              </a:spcAft>
              <a:buNone/>
            </a:pPr>
            <a:r>
              <a:t/>
            </a:r>
            <a:endParaRPr>
              <a:latin typeface="Noto Serif Georgian"/>
              <a:ea typeface="Noto Serif Georgian"/>
              <a:cs typeface="Noto Serif Georgian"/>
              <a:sym typeface="Noto Serif Georgian"/>
            </a:endParaRPr>
          </a:p>
        </p:txBody>
      </p:sp>
      <p:sp>
        <p:nvSpPr>
          <p:cNvPr id="1213" name="Google Shape;1213;p49"/>
          <p:cNvSpPr txBox="1"/>
          <p:nvPr>
            <p:ph idx="12" type="sldNum"/>
          </p:nvPr>
        </p:nvSpPr>
        <p:spPr>
          <a:xfrm>
            <a:off x="8407251" y="6634675"/>
            <a:ext cx="349800" cy="1077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de-DE"/>
              <a:t>‹#›</a:t>
            </a:fld>
            <a:endParaRPr/>
          </a:p>
        </p:txBody>
      </p:sp>
      <p:sp>
        <p:nvSpPr>
          <p:cNvPr id="1214" name="Google Shape;1214;p49"/>
          <p:cNvSpPr txBox="1"/>
          <p:nvPr>
            <p:ph type="title"/>
          </p:nvPr>
        </p:nvSpPr>
        <p:spPr>
          <a:xfrm>
            <a:off x="387350" y="301175"/>
            <a:ext cx="7185900" cy="277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41E42"/>
              </a:buClr>
              <a:buSzPts val="2000"/>
              <a:buFont typeface="Arial"/>
              <a:buNone/>
            </a:pPr>
            <a:r>
              <a:rPr b="0" lang="de-DE">
                <a:latin typeface="Noto Serif Georgian SemiBold"/>
                <a:ea typeface="Noto Serif Georgian SemiBold"/>
                <a:cs typeface="Noto Serif Georgian SemiBold"/>
                <a:sym typeface="Noto Serif Georgian SemiBold"/>
              </a:rPr>
              <a:t>Conclusion &amp; Outlook</a:t>
            </a:r>
            <a:endParaRPr b="0">
              <a:latin typeface="Noto Serif Georgian SemiBold"/>
              <a:ea typeface="Noto Serif Georgian SemiBold"/>
              <a:cs typeface="Noto Serif Georgian SemiBold"/>
              <a:sym typeface="Noto Serif Georgian SemiBold"/>
            </a:endParaRPr>
          </a:p>
        </p:txBody>
      </p:sp>
      <p:sp>
        <p:nvSpPr>
          <p:cNvPr id="1215" name="Google Shape;1215;p49"/>
          <p:cNvSpPr txBox="1"/>
          <p:nvPr/>
        </p:nvSpPr>
        <p:spPr>
          <a:xfrm>
            <a:off x="387350" y="1302325"/>
            <a:ext cx="8499300" cy="522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DE">
                <a:solidFill>
                  <a:schemeClr val="dk1"/>
                </a:solidFill>
                <a:latin typeface="Noto Serif Georgian"/>
                <a:ea typeface="Noto Serif Georgian"/>
                <a:cs typeface="Noto Serif Georgian"/>
                <a:sym typeface="Noto Serif Georgian"/>
              </a:rPr>
              <a:t>Future Work: </a:t>
            </a:r>
            <a:endParaRPr b="1">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0"/>
              </a:spcBef>
              <a:spcAft>
                <a:spcPts val="0"/>
              </a:spcAft>
              <a:buClr>
                <a:schemeClr val="dk2"/>
              </a:buClr>
              <a:buSzPts val="1800"/>
              <a:buFont typeface="Noto Serif Georgian"/>
              <a:buChar char="➢"/>
            </a:pPr>
            <a:r>
              <a:rPr b="1" lang="de-DE">
                <a:solidFill>
                  <a:schemeClr val="dk1"/>
                </a:solidFill>
                <a:latin typeface="Noto Serif Georgian"/>
                <a:ea typeface="Noto Serif Georgian"/>
                <a:cs typeface="Noto Serif Georgian"/>
                <a:sym typeface="Noto Serif Georgian"/>
              </a:rPr>
              <a:t>Improve scalability </a:t>
            </a:r>
            <a:r>
              <a:rPr lang="de-DE">
                <a:solidFill>
                  <a:schemeClr val="dk1"/>
                </a:solidFill>
                <a:latin typeface="Noto Serif Georgian"/>
                <a:ea typeface="Noto Serif Georgian"/>
                <a:cs typeface="Noto Serif Georgian"/>
                <a:sym typeface="Noto Serif Georgian"/>
              </a:rPr>
              <a:t>by migrating to different vector stores, e.g., </a:t>
            </a:r>
            <a:r>
              <a:rPr b="1" lang="de-DE">
                <a:solidFill>
                  <a:schemeClr val="dk1"/>
                </a:solidFill>
                <a:latin typeface="Noto Serif Georgian"/>
                <a:ea typeface="Noto Serif Georgian"/>
                <a:cs typeface="Noto Serif Georgian"/>
                <a:sym typeface="Noto Serif Georgian"/>
              </a:rPr>
              <a:t>FAISS</a:t>
            </a:r>
            <a:r>
              <a:rPr lang="de-DE">
                <a:solidFill>
                  <a:schemeClr val="dk1"/>
                </a:solidFill>
                <a:latin typeface="Noto Serif Georgian"/>
                <a:ea typeface="Noto Serif Georgian"/>
                <a:cs typeface="Noto Serif Georgian"/>
                <a:sym typeface="Noto Serif Georgian"/>
              </a:rPr>
              <a:t>, </a:t>
            </a:r>
            <a:r>
              <a:rPr b="1" lang="de-DE">
                <a:solidFill>
                  <a:schemeClr val="dk1"/>
                </a:solidFill>
                <a:latin typeface="Noto Serif Georgian"/>
                <a:ea typeface="Noto Serif Georgian"/>
                <a:cs typeface="Noto Serif Georgian"/>
                <a:sym typeface="Noto Serif Georgian"/>
              </a:rPr>
              <a:t>WEVIATE</a:t>
            </a:r>
            <a:r>
              <a:rPr lang="de-DE">
                <a:solidFill>
                  <a:schemeClr val="dk1"/>
                </a:solidFill>
                <a:latin typeface="Noto Serif Georgian"/>
                <a:ea typeface="Noto Serif Georgian"/>
                <a:cs typeface="Noto Serif Georgian"/>
                <a:sym typeface="Noto Serif Georgian"/>
              </a:rPr>
              <a:t>.</a:t>
            </a:r>
            <a:endParaRPr>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1000"/>
              </a:spcBef>
              <a:spcAft>
                <a:spcPts val="0"/>
              </a:spcAft>
              <a:buClr>
                <a:schemeClr val="dk2"/>
              </a:buClr>
              <a:buSzPts val="1800"/>
              <a:buFont typeface="Noto Serif Georgian"/>
              <a:buChar char="➢"/>
            </a:pPr>
            <a:r>
              <a:rPr b="1" lang="de-DE">
                <a:solidFill>
                  <a:schemeClr val="dk1"/>
                </a:solidFill>
                <a:latin typeface="Noto Serif Georgian"/>
                <a:ea typeface="Noto Serif Georgian"/>
                <a:cs typeface="Noto Serif Georgian"/>
                <a:sym typeface="Noto Serif Georgian"/>
              </a:rPr>
              <a:t>Semantic Routing</a:t>
            </a:r>
            <a:r>
              <a:rPr lang="de-DE">
                <a:solidFill>
                  <a:schemeClr val="dk1"/>
                </a:solidFill>
                <a:latin typeface="Noto Serif Georgian"/>
                <a:ea typeface="Noto Serif Georgian"/>
                <a:cs typeface="Noto Serif Georgian"/>
                <a:sym typeface="Noto Serif Georgian"/>
              </a:rPr>
              <a:t>: The system "routes" the question based on its meaning/complexity.</a:t>
            </a:r>
            <a:endParaRPr>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1000"/>
              </a:spcBef>
              <a:spcAft>
                <a:spcPts val="0"/>
              </a:spcAft>
              <a:buClr>
                <a:schemeClr val="dk2"/>
              </a:buClr>
              <a:buSzPts val="1800"/>
              <a:buFont typeface="Noto Serif Georgian"/>
              <a:buChar char="➢"/>
            </a:pPr>
            <a:r>
              <a:rPr lang="de-DE">
                <a:solidFill>
                  <a:schemeClr val="dk1"/>
                </a:solidFill>
                <a:latin typeface="Noto Serif Georgian"/>
                <a:ea typeface="Noto Serif Georgian"/>
                <a:cs typeface="Noto Serif Georgian"/>
                <a:sym typeface="Noto Serif Georgian"/>
              </a:rPr>
              <a:t>Analyze and improve the embeddings space using </a:t>
            </a:r>
            <a:r>
              <a:rPr b="1" lang="de-DE">
                <a:solidFill>
                  <a:schemeClr val="dk1"/>
                </a:solidFill>
                <a:latin typeface="Noto Serif Georgian"/>
                <a:ea typeface="Noto Serif Georgian"/>
                <a:cs typeface="Noto Serif Georgian"/>
                <a:sym typeface="Noto Serif Georgian"/>
              </a:rPr>
              <a:t>PCA</a:t>
            </a:r>
            <a:r>
              <a:rPr lang="de-DE">
                <a:solidFill>
                  <a:schemeClr val="dk1"/>
                </a:solidFill>
                <a:latin typeface="Noto Serif Georgian"/>
                <a:ea typeface="Noto Serif Georgian"/>
                <a:cs typeface="Noto Serif Georgian"/>
                <a:sym typeface="Noto Serif Georgian"/>
              </a:rPr>
              <a:t>, investigate how the query and similar documents are located in the high-dimensional space.</a:t>
            </a:r>
            <a:endParaRPr b="1">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1000"/>
              </a:spcBef>
              <a:spcAft>
                <a:spcPts val="0"/>
              </a:spcAft>
              <a:buClr>
                <a:schemeClr val="dk2"/>
              </a:buClr>
              <a:buSzPts val="1800"/>
              <a:buFont typeface="Noto Serif Georgian"/>
              <a:buChar char="➢"/>
            </a:pPr>
            <a:r>
              <a:rPr b="1" lang="de-DE">
                <a:solidFill>
                  <a:schemeClr val="dk1"/>
                </a:solidFill>
                <a:latin typeface="Noto Serif Georgian"/>
                <a:ea typeface="Noto Serif Georgian"/>
                <a:cs typeface="Noto Serif Georgian"/>
                <a:sym typeface="Noto Serif Georgian"/>
              </a:rPr>
              <a:t>Optimized RAG</a:t>
            </a:r>
            <a:r>
              <a:rPr lang="de-DE">
                <a:solidFill>
                  <a:schemeClr val="dk1"/>
                </a:solidFill>
                <a:latin typeface="Noto Serif Georgian"/>
                <a:ea typeface="Noto Serif Georgian"/>
                <a:cs typeface="Noto Serif Georgian"/>
                <a:sym typeface="Noto Serif Georgian"/>
              </a:rPr>
              <a:t>: Implement </a:t>
            </a:r>
            <a:r>
              <a:rPr b="1" lang="de-DE">
                <a:solidFill>
                  <a:schemeClr val="dk1"/>
                </a:solidFill>
                <a:latin typeface="Noto Serif Georgian"/>
                <a:ea typeface="Noto Serif Georgian"/>
                <a:cs typeface="Noto Serif Georgian"/>
                <a:sym typeface="Noto Serif Georgian"/>
              </a:rPr>
              <a:t>LlamaIndex</a:t>
            </a:r>
            <a:r>
              <a:rPr lang="de-DE">
                <a:solidFill>
                  <a:schemeClr val="dk1"/>
                </a:solidFill>
                <a:latin typeface="Noto Serif Georgian"/>
                <a:ea typeface="Noto Serif Georgian"/>
                <a:cs typeface="Noto Serif Georgian"/>
                <a:sym typeface="Noto Serif Georgian"/>
              </a:rPr>
              <a:t> to accelerate local document processing and reduce latency in response generation.</a:t>
            </a:r>
            <a:endParaRPr>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1000"/>
              </a:spcBef>
              <a:spcAft>
                <a:spcPts val="0"/>
              </a:spcAft>
              <a:buClr>
                <a:schemeClr val="dk2"/>
              </a:buClr>
              <a:buSzPts val="1800"/>
              <a:buFont typeface="Noto Serif Georgian"/>
              <a:buChar char="➢"/>
            </a:pPr>
            <a:r>
              <a:rPr b="1" lang="de-DE">
                <a:solidFill>
                  <a:schemeClr val="dk1"/>
                </a:solidFill>
                <a:latin typeface="Noto Serif Georgian"/>
                <a:ea typeface="Noto Serif Georgian"/>
                <a:cs typeface="Noto Serif Georgian"/>
                <a:sym typeface="Noto Serif Georgian"/>
              </a:rPr>
              <a:t>Recursive Querying</a:t>
            </a:r>
            <a:r>
              <a:rPr lang="de-DE">
                <a:solidFill>
                  <a:schemeClr val="dk1"/>
                </a:solidFill>
                <a:latin typeface="Noto Serif Georgian"/>
                <a:ea typeface="Noto Serif Georgian"/>
                <a:cs typeface="Noto Serif Georgian"/>
                <a:sym typeface="Noto Serif Georgian"/>
              </a:rPr>
              <a:t>:</a:t>
            </a:r>
            <a:r>
              <a:rPr lang="de-DE">
                <a:solidFill>
                  <a:schemeClr val="dk1"/>
                </a:solidFill>
                <a:latin typeface="Noto Serif Georgian"/>
                <a:ea typeface="Noto Serif Georgian"/>
                <a:cs typeface="Noto Serif Georgian"/>
                <a:sym typeface="Noto Serif Georgian"/>
              </a:rPr>
              <a:t> Enable the </a:t>
            </a:r>
            <a:r>
              <a:rPr lang="de-DE">
                <a:solidFill>
                  <a:schemeClr val="dk1"/>
                </a:solidFill>
                <a:latin typeface="Noto Serif Georgian"/>
                <a:ea typeface="Noto Serif Georgian"/>
                <a:cs typeface="Noto Serif Georgian"/>
                <a:sym typeface="Noto Serif Georgian"/>
              </a:rPr>
              <a:t>bot</a:t>
            </a:r>
            <a:r>
              <a:rPr lang="de-DE">
                <a:solidFill>
                  <a:schemeClr val="dk1"/>
                </a:solidFill>
                <a:latin typeface="Noto Serif Georgian"/>
                <a:ea typeface="Noto Serif Georgian"/>
                <a:cs typeface="Noto Serif Georgian"/>
                <a:sym typeface="Noto Serif Georgian"/>
              </a:rPr>
              <a:t> to follow internal document references (e.g., "See Section 2.1") automatically for more complete answers.</a:t>
            </a:r>
            <a:endParaRPr>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1000"/>
              </a:spcBef>
              <a:spcAft>
                <a:spcPts val="0"/>
              </a:spcAft>
              <a:buClr>
                <a:schemeClr val="dk2"/>
              </a:buClr>
              <a:buSzPts val="1800"/>
              <a:buFont typeface="Noto Serif Georgian"/>
              <a:buChar char="➢"/>
            </a:pPr>
            <a:r>
              <a:rPr lang="de-DE">
                <a:solidFill>
                  <a:schemeClr val="dk1"/>
                </a:solidFill>
                <a:latin typeface="Noto Serif Georgian"/>
                <a:ea typeface="Noto Serif Georgian"/>
                <a:cs typeface="Noto Serif Georgian"/>
                <a:sym typeface="Noto Serif Georgian"/>
              </a:rPr>
              <a:t>Implement advanced techniques of </a:t>
            </a:r>
            <a:r>
              <a:rPr b="1" lang="de-DE">
                <a:solidFill>
                  <a:schemeClr val="dk1"/>
                </a:solidFill>
                <a:latin typeface="Noto Serif Georgian"/>
                <a:ea typeface="Noto Serif Georgian"/>
                <a:cs typeface="Noto Serif Georgian"/>
                <a:sym typeface="Noto Serif Georgian"/>
              </a:rPr>
              <a:t>Prompt Engineering</a:t>
            </a:r>
            <a:r>
              <a:rPr lang="de-DE">
                <a:solidFill>
                  <a:schemeClr val="dk1"/>
                </a:solidFill>
                <a:latin typeface="Noto Serif Georgian"/>
                <a:ea typeface="Noto Serif Georgian"/>
                <a:cs typeface="Noto Serif Georgian"/>
                <a:sym typeface="Noto Serif Georgian"/>
              </a:rPr>
              <a:t>:</a:t>
            </a:r>
            <a:endParaRPr>
              <a:solidFill>
                <a:schemeClr val="dk1"/>
              </a:solidFill>
              <a:latin typeface="Noto Serif Georgian"/>
              <a:ea typeface="Noto Serif Georgian"/>
              <a:cs typeface="Noto Serif Georgian"/>
              <a:sym typeface="Noto Serif Georgian"/>
            </a:endParaRPr>
          </a:p>
          <a:p>
            <a:pPr indent="-342900" lvl="2" marL="1371600" rtl="0" algn="l">
              <a:lnSpc>
                <a:spcPct val="115000"/>
              </a:lnSpc>
              <a:spcBef>
                <a:spcPts val="0"/>
              </a:spcBef>
              <a:spcAft>
                <a:spcPts val="0"/>
              </a:spcAft>
              <a:buClr>
                <a:schemeClr val="dk2"/>
              </a:buClr>
              <a:buSzPts val="1800"/>
              <a:buFont typeface="Noto Serif Georgian"/>
              <a:buChar char="■"/>
            </a:pPr>
            <a:r>
              <a:rPr lang="de-DE">
                <a:solidFill>
                  <a:schemeClr val="dk1"/>
                </a:solidFill>
                <a:latin typeface="Noto Serif Georgian"/>
                <a:ea typeface="Noto Serif Georgian"/>
                <a:cs typeface="Noto Serif Georgian"/>
                <a:sym typeface="Noto Serif Georgian"/>
              </a:rPr>
              <a:t> </a:t>
            </a:r>
            <a:r>
              <a:rPr b="1" lang="de-DE">
                <a:solidFill>
                  <a:schemeClr val="dk1"/>
                </a:solidFill>
                <a:latin typeface="Noto Serif Georgian"/>
                <a:ea typeface="Noto Serif Georgian"/>
                <a:cs typeface="Noto Serif Georgian"/>
                <a:sym typeface="Noto Serif Georgian"/>
              </a:rPr>
              <a:t>Prompt Sanitization</a:t>
            </a:r>
            <a:r>
              <a:rPr lang="de-DE">
                <a:solidFill>
                  <a:schemeClr val="dk1"/>
                </a:solidFill>
                <a:latin typeface="Noto Serif Georgian"/>
                <a:ea typeface="Noto Serif Georgian"/>
                <a:cs typeface="Noto Serif Georgian"/>
                <a:sym typeface="Noto Serif Georgian"/>
              </a:rPr>
              <a:t>: cleans user inputs from malicious attacks.</a:t>
            </a:r>
            <a:endParaRPr>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1000"/>
              </a:spcBef>
              <a:spcAft>
                <a:spcPts val="0"/>
              </a:spcAft>
              <a:buClr>
                <a:schemeClr val="dk2"/>
              </a:buClr>
              <a:buSzPts val="1800"/>
              <a:buFont typeface="Noto Serif Georgian"/>
              <a:buChar char="➢"/>
            </a:pPr>
            <a:r>
              <a:rPr b="1" lang="de-DE">
                <a:solidFill>
                  <a:schemeClr val="dk1"/>
                </a:solidFill>
                <a:latin typeface="Noto Serif Georgian"/>
                <a:ea typeface="Noto Serif Georgian"/>
                <a:cs typeface="Noto Serif Georgian"/>
                <a:sym typeface="Noto Serif Georgian"/>
              </a:rPr>
              <a:t>Metadata filtering</a:t>
            </a:r>
            <a:r>
              <a:rPr lang="de-DE">
                <a:solidFill>
                  <a:schemeClr val="dk1"/>
                </a:solidFill>
                <a:latin typeface="Noto Serif Georgian"/>
                <a:ea typeface="Noto Serif Georgian"/>
                <a:cs typeface="Noto Serif Georgian"/>
                <a:sym typeface="Noto Serif Georgian"/>
              </a:rPr>
              <a:t>: remove irrelevant documents.</a:t>
            </a:r>
            <a:endParaRPr>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1000"/>
              </a:spcBef>
              <a:spcAft>
                <a:spcPts val="0"/>
              </a:spcAft>
              <a:buClr>
                <a:schemeClr val="dk2"/>
              </a:buClr>
              <a:buSzPts val="1800"/>
              <a:buFont typeface="Noto Serif Georgian"/>
              <a:buChar char="➢"/>
            </a:pPr>
            <a:r>
              <a:rPr b="1" lang="de-DE">
                <a:solidFill>
                  <a:schemeClr val="dk1"/>
                </a:solidFill>
                <a:latin typeface="Noto Serif Georgian"/>
                <a:ea typeface="Noto Serif Georgian"/>
                <a:cs typeface="Noto Serif Georgian"/>
                <a:sym typeface="Noto Serif Georgian"/>
              </a:rPr>
              <a:t>Improve</a:t>
            </a:r>
            <a:r>
              <a:rPr lang="de-DE">
                <a:solidFill>
                  <a:schemeClr val="dk1"/>
                </a:solidFill>
                <a:latin typeface="Noto Serif Georgian"/>
                <a:ea typeface="Noto Serif Georgian"/>
                <a:cs typeface="Noto Serif Georgian"/>
                <a:sym typeface="Noto Serif Georgian"/>
              </a:rPr>
              <a:t> chunking strategy</a:t>
            </a:r>
            <a:endParaRPr>
              <a:solidFill>
                <a:schemeClr val="dk1"/>
              </a:solidFill>
              <a:latin typeface="Noto Serif Georgian"/>
              <a:ea typeface="Noto Serif Georgian"/>
              <a:cs typeface="Noto Serif Georgian"/>
              <a:sym typeface="Noto Serif Georgian"/>
            </a:endParaRPr>
          </a:p>
          <a:p>
            <a:pPr indent="-342900" lvl="1" marL="914400" rtl="0" algn="l">
              <a:lnSpc>
                <a:spcPct val="115000"/>
              </a:lnSpc>
              <a:spcBef>
                <a:spcPts val="1000"/>
              </a:spcBef>
              <a:spcAft>
                <a:spcPts val="1000"/>
              </a:spcAft>
              <a:buClr>
                <a:schemeClr val="dk2"/>
              </a:buClr>
              <a:buSzPts val="1800"/>
              <a:buFont typeface="Noto Serif Georgian"/>
              <a:buChar char="➢"/>
            </a:pPr>
            <a:r>
              <a:rPr lang="de-DE">
                <a:solidFill>
                  <a:schemeClr val="dk1"/>
                </a:solidFill>
                <a:latin typeface="Noto Serif Georgian"/>
                <a:ea typeface="Noto Serif Georgian"/>
                <a:cs typeface="Noto Serif Georgian"/>
                <a:sym typeface="Noto Serif Georgian"/>
              </a:rPr>
              <a:t>Create a </a:t>
            </a:r>
            <a:r>
              <a:rPr b="1" lang="de-DE">
                <a:solidFill>
                  <a:schemeClr val="dk1"/>
                </a:solidFill>
                <a:latin typeface="Noto Serif Georgian"/>
                <a:ea typeface="Noto Serif Georgian"/>
                <a:cs typeface="Noto Serif Georgian"/>
                <a:sym typeface="Noto Serif Georgian"/>
              </a:rPr>
              <a:t>Docker</a:t>
            </a:r>
            <a:r>
              <a:rPr lang="de-DE">
                <a:solidFill>
                  <a:schemeClr val="dk1"/>
                </a:solidFill>
                <a:latin typeface="Noto Serif Georgian"/>
                <a:ea typeface="Noto Serif Georgian"/>
                <a:cs typeface="Noto Serif Georgian"/>
                <a:sym typeface="Noto Serif Georgian"/>
              </a:rPr>
              <a:t> image and deploy it to production.</a:t>
            </a:r>
            <a:endParaRPr>
              <a:solidFill>
                <a:schemeClr val="dk1"/>
              </a:solidFill>
              <a:latin typeface="Noto Serif Georgian"/>
              <a:ea typeface="Noto Serif Georgian"/>
              <a:cs typeface="Noto Serif Georgian"/>
              <a:sym typeface="Noto Serif Georgi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pic>
        <p:nvPicPr>
          <p:cNvPr descr="Ein Bild, das Text, Szene, Straße, Weg enthält.&#10;&#10;Automatisch generierte Beschreibung" id="1220" name="Google Shape;1220;p50"/>
          <p:cNvPicPr preferRelativeResize="0"/>
          <p:nvPr>
            <p:ph idx="2" type="pic"/>
          </p:nvPr>
        </p:nvPicPr>
        <p:blipFill rotWithShape="1">
          <a:blip r:embed="rId3">
            <a:alphaModFix/>
          </a:blip>
          <a:srcRect b="0" l="651" r="20955" t="20300"/>
          <a:stretch/>
        </p:blipFill>
        <p:spPr>
          <a:xfrm>
            <a:off x="0" y="1628775"/>
            <a:ext cx="9144000" cy="5229225"/>
          </a:xfrm>
          <a:prstGeom prst="rect">
            <a:avLst/>
          </a:prstGeom>
          <a:solidFill>
            <a:srgbClr val="F2F2F2"/>
          </a:solidFill>
          <a:ln>
            <a:noFill/>
          </a:ln>
        </p:spPr>
      </p:pic>
      <p:sp>
        <p:nvSpPr>
          <p:cNvPr id="1221" name="Google Shape;1221;p50"/>
          <p:cNvSpPr txBox="1"/>
          <p:nvPr>
            <p:ph idx="3" type="body"/>
          </p:nvPr>
        </p:nvSpPr>
        <p:spPr>
          <a:xfrm>
            <a:off x="388750" y="2843189"/>
            <a:ext cx="8368200" cy="3872700"/>
          </a:xfrm>
          <a:prstGeom prst="rect">
            <a:avLst/>
          </a:prstGeom>
          <a:noFill/>
          <a:ln>
            <a:noFill/>
          </a:ln>
        </p:spPr>
        <p:txBody>
          <a:bodyPr anchorCtr="0" anchor="ctr" bIns="0" lIns="0" spcFirstLastPara="1" rIns="360000" wrap="square" tIns="0">
            <a:spAutoFit/>
          </a:bodyPr>
          <a:lstStyle/>
          <a:p>
            <a:pPr indent="0" lvl="0" marL="0" rtl="0" algn="l">
              <a:spcBef>
                <a:spcPts val="0"/>
              </a:spcBef>
              <a:spcAft>
                <a:spcPts val="0"/>
              </a:spcAft>
              <a:buClr>
                <a:schemeClr val="lt1"/>
              </a:buClr>
              <a:buSzPts val="3600"/>
              <a:buNone/>
            </a:pPr>
            <a:r>
              <a:rPr b="0" lang="de-DE">
                <a:latin typeface="Noto Serif Georgian SemiBold"/>
                <a:ea typeface="Noto Serif Georgian SemiBold"/>
                <a:cs typeface="Noto Serif Georgian SemiBold"/>
                <a:sym typeface="Noto Serif Georgian SemiBold"/>
              </a:rPr>
              <a:t>Thank you for your attention!</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Clr>
                <a:schemeClr val="lt1"/>
              </a:buClr>
              <a:buSzPts val="3600"/>
              <a:buNone/>
            </a:pPr>
            <a:r>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Clr>
                <a:schemeClr val="lt1"/>
              </a:buClr>
              <a:buSzPts val="3600"/>
              <a:buNone/>
            </a:pPr>
            <a:r>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Clr>
                <a:schemeClr val="lt1"/>
              </a:buClr>
              <a:buSzPts val="3600"/>
              <a:buNone/>
            </a:pPr>
            <a:r>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Clr>
                <a:schemeClr val="lt1"/>
              </a:buClr>
              <a:buSzPts val="3600"/>
              <a:buNone/>
            </a:pPr>
            <a:r>
              <a:t/>
            </a:r>
            <a:endParaRPr b="0">
              <a:latin typeface="Noto Serif Georgian SemiBold"/>
              <a:ea typeface="Noto Serif Georgian SemiBold"/>
              <a:cs typeface="Noto Serif Georgian SemiBold"/>
              <a:sym typeface="Noto Serif Georgian SemiBold"/>
            </a:endParaRPr>
          </a:p>
          <a:p>
            <a:pPr indent="0" lvl="0" marL="0" rtl="0" algn="l">
              <a:spcBef>
                <a:spcPts val="0"/>
              </a:spcBef>
              <a:spcAft>
                <a:spcPts val="0"/>
              </a:spcAft>
              <a:buClr>
                <a:schemeClr val="lt1"/>
              </a:buClr>
              <a:buSzPts val="3600"/>
              <a:buNone/>
            </a:pPr>
            <a:r>
              <a:t/>
            </a:r>
            <a:endParaRPr b="0">
              <a:latin typeface="Noto Serif Georgian SemiBold"/>
              <a:ea typeface="Noto Serif Georgian SemiBold"/>
              <a:cs typeface="Noto Serif Georgian SemiBold"/>
              <a:sym typeface="Noto Serif Georgian SemiBold"/>
            </a:endParaRPr>
          </a:p>
          <a:p>
            <a:pPr indent="0" lvl="0" marL="0" rtl="0" algn="r">
              <a:spcBef>
                <a:spcPts val="0"/>
              </a:spcBef>
              <a:spcAft>
                <a:spcPts val="0"/>
              </a:spcAft>
              <a:buClr>
                <a:schemeClr val="lt1"/>
              </a:buClr>
              <a:buSzPts val="3600"/>
              <a:buNone/>
            </a:pPr>
            <a:r>
              <a:t/>
            </a:r>
            <a:endParaRPr b="0" sz="1400">
              <a:latin typeface="Noto Serif Georgian SemiBold"/>
              <a:ea typeface="Noto Serif Georgian SemiBold"/>
              <a:cs typeface="Noto Serif Georgian SemiBold"/>
              <a:sym typeface="Noto Serif Georgian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U Erlangen-Nürnberg">
  <a:themeElements>
    <a:clrScheme name="FAU - Grün">
      <a:dk1>
        <a:srgbClr val="000000"/>
      </a:dk1>
      <a:lt1>
        <a:srgbClr val="FFFFFF"/>
      </a:lt1>
      <a:dk2>
        <a:srgbClr val="7BB725"/>
      </a:dk2>
      <a:lt2>
        <a:srgbClr val="FFFFFF"/>
      </a:lt2>
      <a:accent1>
        <a:srgbClr val="7F7F7F"/>
      </a:accent1>
      <a:accent2>
        <a:srgbClr val="14462D"/>
      </a:accent2>
      <a:accent3>
        <a:srgbClr val="266141"/>
      </a:accent3>
      <a:accent4>
        <a:srgbClr val="7BB725"/>
      </a:accent4>
      <a:accent5>
        <a:srgbClr val="B0CCBF"/>
      </a:accent5>
      <a:accent6>
        <a:srgbClr val="C7C7C7"/>
      </a:accent6>
      <a:hlink>
        <a:srgbClr val="266141"/>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AU Erlangen-Nürnberg">
  <a:themeElements>
    <a:clrScheme name="FAU - Grün">
      <a:dk1>
        <a:srgbClr val="000000"/>
      </a:dk1>
      <a:lt1>
        <a:srgbClr val="FFFFFF"/>
      </a:lt1>
      <a:dk2>
        <a:srgbClr val="7BB725"/>
      </a:dk2>
      <a:lt2>
        <a:srgbClr val="FFFFFF"/>
      </a:lt2>
      <a:accent1>
        <a:srgbClr val="7F7F7F"/>
      </a:accent1>
      <a:accent2>
        <a:srgbClr val="14462D"/>
      </a:accent2>
      <a:accent3>
        <a:srgbClr val="266141"/>
      </a:accent3>
      <a:accent4>
        <a:srgbClr val="7BB725"/>
      </a:accent4>
      <a:accent5>
        <a:srgbClr val="B0CCBF"/>
      </a:accent5>
      <a:accent6>
        <a:srgbClr val="C7C7C7"/>
      </a:accent6>
      <a:hlink>
        <a:srgbClr val="266141"/>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